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649974"/>
  <p:notesSz cx="6649974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.codex\skills\image2pptx\examples\outputs\fusion-netwo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649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image2pptx</dc:creator>
  <cp:lastModifiedBy>image2pptx</cp:lastModifiedBy>
  <cp:revision>1</cp:revision>
  <dcterms:created xsi:type="dcterms:W3CDTF">2026-05-27T15:17:35Z</dcterms:created>
  <dcterms:modified xsi:type="dcterms:W3CDTF">2026-05-27T15:17:35Z</dcterms:modified>
</cp:coreProperties>
</file>