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4087475" cy="69723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30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D3FE2-628E-09BC-0D7A-DD296A62C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0935" y="1141069"/>
            <a:ext cx="10565606" cy="242739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0608F5-C551-8CFE-24A1-281A8BDC5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0935" y="3662072"/>
            <a:ext cx="10565606" cy="168335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5593DD-DEC7-25BA-98A6-76E7F779B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D75-1A39-47D4-A57C-17589D4F2A4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1EBFAE-ED29-8985-CACE-519B592E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F4CE5D-F039-EC32-1017-01B84C0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2C7D4-39C1-462E-85E4-AF4BF71B02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25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BAE7B-7B78-9F7E-2A46-28BAC8DC0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9C410-5D9F-9809-DC90-B25B966F3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5DC889-E1F8-964B-C277-9C8C83BBA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D75-1A39-47D4-A57C-17589D4F2A4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027A92-5F65-6D32-0677-BC07299D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F9938C-79D0-CDAA-D960-94275CC6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2C7D4-39C1-462E-85E4-AF4BF71B02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5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15182-46F6-8B80-7298-04CE53B4A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178" y="1738235"/>
            <a:ext cx="12150447" cy="290028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1EE4DD-77D9-95F9-FA13-EAE15BA9E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1178" y="4665956"/>
            <a:ext cx="12150447" cy="152519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28D3B1-87BE-E7DE-1E51-C19D73100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D75-1A39-47D4-A57C-17589D4F2A4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A638B1-A665-EEDB-7BCB-31860D066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420FC9-79C2-F853-F359-C384448A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2C7D4-39C1-462E-85E4-AF4BF71B02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129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0E42C7-A491-F8B8-14A2-366565FA8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B96BDF-B26E-926F-D914-7C57EAC0B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8515" y="1856052"/>
            <a:ext cx="5987177" cy="44238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54C7AB-6208-5D43-4C1C-82027F2B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31785" y="1856052"/>
            <a:ext cx="5987177" cy="44238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B3B255-38B1-3666-F988-7E609F77B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D75-1A39-47D4-A57C-17589D4F2A4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E434FB-96F8-2789-0C66-8D20AD91E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C12E99-75B1-3541-5830-637C0197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2C7D4-39C1-462E-85E4-AF4BF71B02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50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E9E3B-DF3A-5417-92F9-6CCB4DEB7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349" y="371212"/>
            <a:ext cx="12150447" cy="13476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8FD611-031F-CAD8-5718-DBAD5C248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349" y="1709182"/>
            <a:ext cx="5959662" cy="83764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F51CF0-E560-EB46-84DC-2C828C879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349" y="2546826"/>
            <a:ext cx="5959662" cy="37459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6543C1-F019-A880-8166-6EDF0EBA6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31784" y="1709182"/>
            <a:ext cx="5989012" cy="83764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13BB63-0F3B-DC59-17DB-93D14EA7D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31784" y="2546826"/>
            <a:ext cx="5989012" cy="37459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A477397-2C7C-05FD-7ADE-60F2C8C15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D75-1A39-47D4-A57C-17589D4F2A4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7A4D92-14A6-D8EC-5130-FF4C7CAB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D6A7D15-A4ED-BAAA-41D3-1E9E8C0C7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2C7D4-39C1-462E-85E4-AF4BF71B02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860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8BCF6C-BB14-7F21-87FE-31608BD07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2A51A9-5AC8-8C22-2175-B58305D6F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D75-1A39-47D4-A57C-17589D4F2A4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38AC10-D04B-6DA7-9B81-4391B4293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114F7D-2E72-2BA3-86B1-4AE4BEE12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2C7D4-39C1-462E-85E4-AF4BF71B02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818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3C4649-E610-430E-6D9E-D72F04FF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D75-1A39-47D4-A57C-17589D4F2A4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1627FB-9501-3C33-5D30-1519E8D7A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AD2DF1-1CDF-3A29-C85D-3D7D59E0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2C7D4-39C1-462E-85E4-AF4BF71B02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357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3F9C0B-9BEA-D422-BADD-5BE836F2B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350" y="464820"/>
            <a:ext cx="4543577" cy="162687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22909B-E7C3-9CF9-0E3C-38FA24193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9012" y="1003884"/>
            <a:ext cx="7131784" cy="49548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309940-A595-5055-ED12-4F84DC1D2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0350" y="2091690"/>
            <a:ext cx="4543577" cy="3875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AA28FB-5248-4FB6-5562-048DB855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D75-1A39-47D4-A57C-17589D4F2A4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61580E-7218-94F6-B646-54BC9F18B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508999-2A9B-7351-1136-81D65393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2C7D4-39C1-462E-85E4-AF4BF71B02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32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5CF8B6-C010-8DBD-D468-2C04FA505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350" y="464820"/>
            <a:ext cx="4543577" cy="162687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AA803C5-A916-F00B-8E07-547CD0DC2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89012" y="1003884"/>
            <a:ext cx="7131784" cy="49548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FDF90B-7046-F071-E515-7C64A6F9E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0350" y="2091690"/>
            <a:ext cx="4543577" cy="3875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0617FF-4D60-696E-975D-059FA784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D75-1A39-47D4-A57C-17589D4F2A4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7A3DF4-3A2F-7781-4BF1-35E227B46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0A3E6E-C708-C57F-844D-EE0E8852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2C7D4-39C1-462E-85E4-AF4BF71B02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606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63232A-BE5E-D589-78D6-375B72F2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15FBDF-1489-0BEF-D39F-1CAF2ED15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8A7ABB-2118-F77C-1E7B-AB608A731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D75-1A39-47D4-A57C-17589D4F2A4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C5506C-7AE2-EE55-1BD9-3293211EC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1AE8B-A2BC-DDF9-F105-24940E4B9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2C7D4-39C1-462E-85E4-AF4BF71B02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030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565D45-708C-EE74-360C-EE54F9078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081349" y="371210"/>
            <a:ext cx="3037612" cy="590870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8202C6-45B3-0E96-48D0-9A8C596B8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8514" y="371210"/>
            <a:ext cx="8936742" cy="590870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68591B-F880-B948-C83E-400944180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D75-1A39-47D4-A57C-17589D4F2A4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299ACB-312E-7BED-B313-10D930BF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D6E2E5-7CCE-53D2-FC4F-C5BF52999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2C7D4-39C1-462E-85E4-AF4BF71B02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426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4E12AC0-41CD-7FF1-C863-D78139F0B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515" y="371212"/>
            <a:ext cx="12150447" cy="13476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AD3127-C7B4-DDD6-39EE-54B7D7A7D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8515" y="1856052"/>
            <a:ext cx="12150447" cy="4423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D632E-E4E1-2A64-C171-8DD273BCB1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8514" y="6462291"/>
            <a:ext cx="3169682" cy="371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A2D75-1A39-47D4-A57C-17589D4F2A4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CA0361-36E5-5C45-8A1F-83D4CE6D8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6477" y="6462291"/>
            <a:ext cx="4754523" cy="371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731FE0-A512-AFA7-B952-4F683B752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9279" y="6462291"/>
            <a:ext cx="3169682" cy="371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C7D4-39C1-462E-85E4-AF4BF71B02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181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C3BA7A3-8930-F571-594E-22B63A405296}"/>
              </a:ext>
            </a:extLst>
          </p:cNvPr>
          <p:cNvSpPr/>
          <p:nvPr/>
        </p:nvSpPr>
        <p:spPr>
          <a:xfrm>
            <a:off x="0" y="0"/>
            <a:ext cx="14087475" cy="6972300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miter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B7CF3B-A0DD-A5E1-334C-F57F7A0A5B71}"/>
              </a:ext>
            </a:extLst>
          </p:cNvPr>
          <p:cNvSpPr/>
          <p:nvPr/>
        </p:nvSpPr>
        <p:spPr>
          <a:xfrm>
            <a:off x="495300" y="266700"/>
            <a:ext cx="4343400" cy="3143250"/>
          </a:xfrm>
          <a:prstGeom prst="rect">
            <a:avLst/>
          </a:prstGeom>
          <a:noFill/>
          <a:ln w="38100" cap="flat">
            <a:solidFill>
              <a:srgbClr val="1F3B68"/>
            </a:solidFill>
            <a:custDash>
              <a:ds d="1650000" sp="600000"/>
              <a:ds d="300000" sp="600000"/>
            </a:custDash>
            <a:miter/>
          </a:ln>
        </p:spPr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C99D4D-BD87-7591-7A08-6C13B1FADBA1}"/>
              </a:ext>
            </a:extLst>
          </p:cNvPr>
          <p:cNvSpPr txBox="1"/>
          <p:nvPr/>
        </p:nvSpPr>
        <p:spPr>
          <a:xfrm>
            <a:off x="2620413" y="2957194"/>
            <a:ext cx="2119226" cy="407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2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(b) State Module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F6CAE1-DAD2-AB91-16CC-473087CC0246}"/>
              </a:ext>
            </a:extLst>
          </p:cNvPr>
          <p:cNvSpPr/>
          <p:nvPr/>
        </p:nvSpPr>
        <p:spPr>
          <a:xfrm>
            <a:off x="5410200" y="266700"/>
            <a:ext cx="8172450" cy="3143250"/>
          </a:xfrm>
          <a:prstGeom prst="rect">
            <a:avLst/>
          </a:prstGeom>
          <a:noFill/>
          <a:ln w="38100" cap="flat">
            <a:solidFill>
              <a:srgbClr val="1F3B68"/>
            </a:solidFill>
            <a:custDash>
              <a:ds d="1650000" sp="600000"/>
              <a:ds d="300000" sp="600000"/>
            </a:custDash>
            <a:miter/>
          </a:ln>
        </p:spPr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E5F829-1915-5E10-636E-9A8488815649}"/>
              </a:ext>
            </a:extLst>
          </p:cNvPr>
          <p:cNvSpPr txBox="1"/>
          <p:nvPr/>
        </p:nvSpPr>
        <p:spPr>
          <a:xfrm>
            <a:off x="11073311" y="2957194"/>
            <a:ext cx="2410278" cy="407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2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(c) DT-MP Module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7A1594-CE97-4421-C774-5A45FEF182E2}"/>
              </a:ext>
            </a:extLst>
          </p:cNvPr>
          <p:cNvSpPr/>
          <p:nvPr/>
        </p:nvSpPr>
        <p:spPr>
          <a:xfrm>
            <a:off x="495300" y="3819525"/>
            <a:ext cx="2905125" cy="3076575"/>
          </a:xfrm>
          <a:prstGeom prst="rect">
            <a:avLst/>
          </a:prstGeom>
          <a:noFill/>
          <a:ln w="38100" cap="flat">
            <a:solidFill>
              <a:srgbClr val="1F3B68"/>
            </a:solidFill>
            <a:custDash>
              <a:ds d="1650000" sp="600000"/>
              <a:ds d="300000" sp="600000"/>
            </a:custDash>
            <a:miter/>
          </a:ln>
        </p:spPr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E604660-DE0C-0D8D-FB96-AE2569E1507B}"/>
              </a:ext>
            </a:extLst>
          </p:cNvPr>
          <p:cNvSpPr txBox="1"/>
          <p:nvPr/>
        </p:nvSpPr>
        <p:spPr>
          <a:xfrm>
            <a:off x="896946" y="6443344"/>
            <a:ext cx="2404418" cy="407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2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(a) Dynamic Graph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8977D9-A95F-60FF-8F18-F67615DA1710}"/>
              </a:ext>
            </a:extLst>
          </p:cNvPr>
          <p:cNvSpPr/>
          <p:nvPr/>
        </p:nvSpPr>
        <p:spPr>
          <a:xfrm>
            <a:off x="3819525" y="3819525"/>
            <a:ext cx="4171950" cy="3076575"/>
          </a:xfrm>
          <a:prstGeom prst="rect">
            <a:avLst/>
          </a:prstGeom>
          <a:noFill/>
          <a:ln w="38100" cap="flat">
            <a:solidFill>
              <a:srgbClr val="1F3B68"/>
            </a:solidFill>
            <a:custDash>
              <a:ds d="1650000" sp="600000"/>
              <a:ds d="300000" sp="600000"/>
            </a:custDash>
            <a:miter/>
          </a:ln>
        </p:spPr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2A62472-4D62-3A19-EF46-DF76315D85E1}"/>
              </a:ext>
            </a:extLst>
          </p:cNvPr>
          <p:cNvSpPr txBox="1"/>
          <p:nvPr/>
        </p:nvSpPr>
        <p:spPr>
          <a:xfrm>
            <a:off x="5955828" y="6443344"/>
            <a:ext cx="1936586" cy="407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2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(d) Application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8336536-0A9B-F473-E49B-B863E8AF97FF}"/>
              </a:ext>
            </a:extLst>
          </p:cNvPr>
          <p:cNvSpPr/>
          <p:nvPr/>
        </p:nvSpPr>
        <p:spPr>
          <a:xfrm>
            <a:off x="8429625" y="3819525"/>
            <a:ext cx="5153025" cy="3076575"/>
          </a:xfrm>
          <a:prstGeom prst="rect">
            <a:avLst/>
          </a:prstGeom>
          <a:noFill/>
          <a:ln w="38100" cap="flat">
            <a:solidFill>
              <a:srgbClr val="1F3B68"/>
            </a:solidFill>
            <a:custDash>
              <a:ds d="1650000" sp="600000"/>
              <a:ds d="300000" sp="600000"/>
            </a:custDash>
            <a:miter/>
          </a:ln>
        </p:spPr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30F47B6-5E9E-1C3B-5630-D3D4E0F6C5E7}"/>
              </a:ext>
            </a:extLst>
          </p:cNvPr>
          <p:cNvSpPr txBox="1"/>
          <p:nvPr/>
        </p:nvSpPr>
        <p:spPr>
          <a:xfrm>
            <a:off x="11000199" y="6443344"/>
            <a:ext cx="2483390" cy="407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2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(e) Parameter Space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7C2176C-48AC-874A-3A77-70E32285AE1D}"/>
              </a:ext>
            </a:extLst>
          </p:cNvPr>
          <p:cNvSpPr/>
          <p:nvPr/>
        </p:nvSpPr>
        <p:spPr>
          <a:xfrm>
            <a:off x="609600" y="552450"/>
            <a:ext cx="1104900" cy="2019300"/>
          </a:xfrm>
          <a:prstGeom prst="roundRect">
            <a:avLst>
              <a:gd name="adj" fmla="val 13793"/>
            </a:avLst>
          </a:prstGeom>
          <a:solidFill>
            <a:srgbClr val="F9FFF5"/>
          </a:solidFill>
          <a:ln w="14288" cap="flat">
            <a:solidFill>
              <a:srgbClr val="6AA84F"/>
            </a:solidFill>
            <a:prstDash val="solid"/>
            <a:miter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99EB2B4-02F9-059E-E1A4-282F8D4DFCB4}"/>
              </a:ext>
            </a:extLst>
          </p:cNvPr>
          <p:cNvSpPr/>
          <p:nvPr/>
        </p:nvSpPr>
        <p:spPr>
          <a:xfrm>
            <a:off x="714375" y="704850"/>
            <a:ext cx="914400" cy="276225"/>
          </a:xfrm>
          <a:prstGeom prst="rect">
            <a:avLst/>
          </a:prstGeom>
          <a:solidFill>
            <a:srgbClr val="D9E8FF"/>
          </a:solidFill>
          <a:ln w="7620" cap="flat">
            <a:solidFill>
              <a:srgbClr val="99AAAA"/>
            </a:solidFill>
            <a:prstDash val="solid"/>
            <a:miter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2624168-24AF-FCAE-5EC2-39AD7B349245}"/>
              </a:ext>
            </a:extLst>
          </p:cNvPr>
          <p:cNvSpPr/>
          <p:nvPr/>
        </p:nvSpPr>
        <p:spPr>
          <a:xfrm>
            <a:off x="714375" y="1085850"/>
            <a:ext cx="914400" cy="276225"/>
          </a:xfrm>
          <a:prstGeom prst="rect">
            <a:avLst/>
          </a:prstGeom>
          <a:solidFill>
            <a:srgbClr val="FFE0C2"/>
          </a:solidFill>
          <a:ln w="7620" cap="flat">
            <a:solidFill>
              <a:srgbClr val="99AAAA"/>
            </a:solidFill>
            <a:prstDash val="solid"/>
            <a:miter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1EAC4ED-8F78-8954-4030-AD5A2E32D785}"/>
              </a:ext>
            </a:extLst>
          </p:cNvPr>
          <p:cNvSpPr/>
          <p:nvPr/>
        </p:nvSpPr>
        <p:spPr>
          <a:xfrm>
            <a:off x="714375" y="1466850"/>
            <a:ext cx="914400" cy="276225"/>
          </a:xfrm>
          <a:prstGeom prst="rect">
            <a:avLst/>
          </a:prstGeom>
          <a:solidFill>
            <a:srgbClr val="D9C8E8"/>
          </a:solidFill>
          <a:ln w="7620" cap="flat">
            <a:solidFill>
              <a:srgbClr val="99AAAA"/>
            </a:solidFill>
            <a:prstDash val="solid"/>
            <a:miter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D38CC10-FD9B-1025-E5FF-DB7B3D458B94}"/>
              </a:ext>
            </a:extLst>
          </p:cNvPr>
          <p:cNvSpPr/>
          <p:nvPr/>
        </p:nvSpPr>
        <p:spPr>
          <a:xfrm>
            <a:off x="714375" y="1847850"/>
            <a:ext cx="914400" cy="276225"/>
          </a:xfrm>
          <a:prstGeom prst="rect">
            <a:avLst/>
          </a:prstGeom>
          <a:solidFill>
            <a:srgbClr val="E5F3DF"/>
          </a:solidFill>
          <a:ln w="7620" cap="flat">
            <a:solidFill>
              <a:srgbClr val="99AAAA"/>
            </a:solidFill>
            <a:prstDash val="solid"/>
            <a:miter/>
          </a:ln>
        </p:spPr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635BE8D-1FDF-E8B4-19D1-46BBED2C95AD}"/>
              </a:ext>
            </a:extLst>
          </p:cNvPr>
          <p:cNvSpPr txBox="1"/>
          <p:nvPr/>
        </p:nvSpPr>
        <p:spPr>
          <a:xfrm>
            <a:off x="733598" y="714670"/>
            <a:ext cx="856903" cy="365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m1(t1)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7094A3B-4A6C-2F67-6F87-6301E0E6D3FF}"/>
              </a:ext>
            </a:extLst>
          </p:cNvPr>
          <p:cNvSpPr txBox="1"/>
          <p:nvPr/>
        </p:nvSpPr>
        <p:spPr>
          <a:xfrm>
            <a:off x="733598" y="1095670"/>
            <a:ext cx="856903" cy="365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m3(t2)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7180F20-4716-15C9-FC78-EB99C256FBA2}"/>
              </a:ext>
            </a:extLst>
          </p:cNvPr>
          <p:cNvSpPr txBox="1"/>
          <p:nvPr/>
        </p:nvSpPr>
        <p:spPr>
          <a:xfrm>
            <a:off x="733598" y="1476670"/>
            <a:ext cx="856903" cy="365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m6(t2)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291CD15-424A-A4F9-BA75-471D1EBE61DA}"/>
              </a:ext>
            </a:extLst>
          </p:cNvPr>
          <p:cNvSpPr txBox="1"/>
          <p:nvPr/>
        </p:nvSpPr>
        <p:spPr>
          <a:xfrm>
            <a:off x="733598" y="1857670"/>
            <a:ext cx="856903" cy="365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m4(t3)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EA0F581-6972-9F74-4779-ACF4095B2806}"/>
              </a:ext>
            </a:extLst>
          </p:cNvPr>
          <p:cNvSpPr txBox="1"/>
          <p:nvPr/>
        </p:nvSpPr>
        <p:spPr>
          <a:xfrm>
            <a:off x="977741" y="2238670"/>
            <a:ext cx="368617" cy="365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...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6F8ABC3-0D73-8053-EABD-15C69D36D8A4}"/>
              </a:ext>
            </a:extLst>
          </p:cNvPr>
          <p:cNvSpPr/>
          <p:nvPr/>
        </p:nvSpPr>
        <p:spPr>
          <a:xfrm>
            <a:off x="1952625" y="1000125"/>
            <a:ext cx="733425" cy="1095375"/>
          </a:xfrm>
          <a:prstGeom prst="roundRect">
            <a:avLst>
              <a:gd name="adj" fmla="val 10389"/>
            </a:avLst>
          </a:prstGeom>
          <a:solidFill>
            <a:srgbClr val="F1F1F1"/>
          </a:solidFill>
          <a:ln w="14288" cap="flat">
            <a:solidFill>
              <a:srgbClr val="111111"/>
            </a:solidFill>
            <a:prstDash val="solid"/>
            <a:miter/>
          </a:ln>
        </p:spPr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FDC11CF-B951-ED39-602D-6C4E5E67EDEE}"/>
              </a:ext>
            </a:extLst>
          </p:cNvPr>
          <p:cNvSpPr txBox="1"/>
          <p:nvPr/>
        </p:nvSpPr>
        <p:spPr>
          <a:xfrm>
            <a:off x="2005506" y="1086145"/>
            <a:ext cx="637187" cy="365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FFN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4CDAEBA-832A-27EA-FDB9-669010C6D531}"/>
              </a:ext>
            </a:extLst>
          </p:cNvPr>
          <p:cNvSpPr txBox="1"/>
          <p:nvPr/>
        </p:nvSpPr>
        <p:spPr>
          <a:xfrm>
            <a:off x="2067600" y="1657645"/>
            <a:ext cx="512999" cy="365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LN</a:t>
            </a: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DAA453A0-5759-04F8-B4FA-144A7D06231A}"/>
              </a:ext>
            </a:extLst>
          </p:cNvPr>
          <p:cNvSpPr/>
          <p:nvPr/>
        </p:nvSpPr>
        <p:spPr>
          <a:xfrm>
            <a:off x="1714500" y="1552575"/>
            <a:ext cx="238125" cy="9525"/>
          </a:xfrm>
          <a:custGeom>
            <a:avLst/>
            <a:gdLst>
              <a:gd name="csX0" fmla="*/ 0 w 238125"/>
              <a:gd name="csY0" fmla="*/ 0 h 9525"/>
              <a:gd name="csX1" fmla="*/ 238125 w 23812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ln w="28575" cap="rnd">
            <a:solidFill>
              <a:srgbClr val="111111"/>
            </a:solidFill>
            <a:prstDash val="solid"/>
            <a:miter/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DF4BFC0C-C0EC-2BFA-3D07-6981902A3175}"/>
              </a:ext>
            </a:extLst>
          </p:cNvPr>
          <p:cNvSpPr/>
          <p:nvPr/>
        </p:nvSpPr>
        <p:spPr>
          <a:xfrm>
            <a:off x="1830864" y="1498200"/>
            <a:ext cx="121760" cy="108749"/>
          </a:xfrm>
          <a:custGeom>
            <a:avLst/>
            <a:gdLst>
              <a:gd name="csX0" fmla="*/ 121760 w 121760"/>
              <a:gd name="csY0" fmla="*/ 54375 h 108749"/>
              <a:gd name="csX1" fmla="*/ 0 w 121760"/>
              <a:gd name="csY1" fmla="*/ 108750 h 108749"/>
              <a:gd name="csX2" fmla="*/ 0 w 121760"/>
              <a:gd name="csY2" fmla="*/ 0 h 108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760" h="108749">
                <a:moveTo>
                  <a:pt x="121760" y="54375"/>
                </a:moveTo>
                <a:lnTo>
                  <a:pt x="0" y="10875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9525" cap="flat">
            <a:noFill/>
            <a:prstDash val="solid"/>
            <a:miter/>
          </a:ln>
        </p:spPr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0B4C7076-CAF1-D525-BAEE-582B2B99D2DF}"/>
              </a:ext>
            </a:extLst>
          </p:cNvPr>
          <p:cNvSpPr/>
          <p:nvPr/>
        </p:nvSpPr>
        <p:spPr>
          <a:xfrm>
            <a:off x="2686050" y="1552575"/>
            <a:ext cx="352425" cy="9525"/>
          </a:xfrm>
          <a:custGeom>
            <a:avLst/>
            <a:gdLst>
              <a:gd name="csX0" fmla="*/ 0 w 352425"/>
              <a:gd name="csY0" fmla="*/ 0 h 9525"/>
              <a:gd name="csX1" fmla="*/ 352425 w 35242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ln w="28575" cap="rnd">
            <a:solidFill>
              <a:srgbClr val="111111"/>
            </a:solidFill>
            <a:prstDash val="solid"/>
            <a:miter/>
          </a:ln>
        </p:spPr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0DF71350-055B-6476-5C52-770AD4FC39A2}"/>
              </a:ext>
            </a:extLst>
          </p:cNvPr>
          <p:cNvSpPr/>
          <p:nvPr/>
        </p:nvSpPr>
        <p:spPr>
          <a:xfrm>
            <a:off x="2916714" y="1498200"/>
            <a:ext cx="121760" cy="108749"/>
          </a:xfrm>
          <a:custGeom>
            <a:avLst/>
            <a:gdLst>
              <a:gd name="csX0" fmla="*/ 121760 w 121760"/>
              <a:gd name="csY0" fmla="*/ 54375 h 108749"/>
              <a:gd name="csX1" fmla="*/ 0 w 121760"/>
              <a:gd name="csY1" fmla="*/ 108750 h 108749"/>
              <a:gd name="csX2" fmla="*/ 0 w 121760"/>
              <a:gd name="csY2" fmla="*/ 0 h 108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760" h="108749">
                <a:moveTo>
                  <a:pt x="121760" y="54375"/>
                </a:moveTo>
                <a:lnTo>
                  <a:pt x="0" y="10875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9525" cap="flat">
            <a:noFill/>
            <a:prstDash val="solid"/>
            <a:miter/>
          </a:ln>
        </p:spPr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B9373FFD-5D9B-FA7F-4205-1328BAC74B53}"/>
              </a:ext>
            </a:extLst>
          </p:cNvPr>
          <p:cNvSpPr/>
          <p:nvPr/>
        </p:nvSpPr>
        <p:spPr>
          <a:xfrm>
            <a:off x="2971800" y="1409700"/>
            <a:ext cx="285750" cy="285750"/>
          </a:xfrm>
          <a:prstGeom prst="ellipse">
            <a:avLst/>
          </a:prstGeom>
          <a:solidFill>
            <a:srgbClr val="FFFFFF"/>
          </a:solidFill>
          <a:ln w="28575" cap="flat">
            <a:solidFill>
              <a:srgbClr val="111111"/>
            </a:solidFill>
            <a:prstDash val="solid"/>
            <a:miter/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FAE36D01-E1F9-F075-6706-55587C52C211}"/>
              </a:ext>
            </a:extLst>
          </p:cNvPr>
          <p:cNvSpPr/>
          <p:nvPr/>
        </p:nvSpPr>
        <p:spPr>
          <a:xfrm>
            <a:off x="3114675" y="1381125"/>
            <a:ext cx="9525" cy="342900"/>
          </a:xfrm>
          <a:custGeom>
            <a:avLst/>
            <a:gdLst>
              <a:gd name="csX0" fmla="*/ 0 w 9525"/>
              <a:gd name="csY0" fmla="*/ 0 h 342900"/>
              <a:gd name="csX1" fmla="*/ 0 w 9525"/>
              <a:gd name="csY1" fmla="*/ 342900 h 342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28575" cap="rnd">
            <a:solidFill>
              <a:srgbClr val="111111"/>
            </a:solidFill>
            <a:prstDash val="solid"/>
            <a:miter/>
          </a:ln>
        </p:spPr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2518E6-2171-6E5A-FCB1-37E9C400163D}"/>
              </a:ext>
            </a:extLst>
          </p:cNvPr>
          <p:cNvSpPr/>
          <p:nvPr/>
        </p:nvSpPr>
        <p:spPr>
          <a:xfrm>
            <a:off x="2943225" y="1552575"/>
            <a:ext cx="342900" cy="9525"/>
          </a:xfrm>
          <a:custGeom>
            <a:avLst/>
            <a:gdLst>
              <a:gd name="csX0" fmla="*/ 0 w 342900"/>
              <a:gd name="csY0" fmla="*/ 0 h 9525"/>
              <a:gd name="csX1" fmla="*/ 342900 w 3429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ln w="28575" cap="rnd">
            <a:solidFill>
              <a:srgbClr val="111111"/>
            </a:solidFill>
            <a:prstDash val="solid"/>
            <a:miter/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7BB330DE-00E6-71CC-FA1D-4307A67394EF}"/>
              </a:ext>
            </a:extLst>
          </p:cNvPr>
          <p:cNvSpPr/>
          <p:nvPr/>
        </p:nvSpPr>
        <p:spPr>
          <a:xfrm>
            <a:off x="3114675" y="1704975"/>
            <a:ext cx="9525" cy="942975"/>
          </a:xfrm>
          <a:custGeom>
            <a:avLst/>
            <a:gdLst>
              <a:gd name="csX0" fmla="*/ 0 w 9525"/>
              <a:gd name="csY0" fmla="*/ 942975 h 942975"/>
              <a:gd name="csX1" fmla="*/ 0 w 9525"/>
              <a:gd name="csY1" fmla="*/ 0 h 942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942975">
                <a:moveTo>
                  <a:pt x="0" y="942975"/>
                </a:moveTo>
                <a:lnTo>
                  <a:pt x="0" y="0"/>
                </a:lnTo>
              </a:path>
            </a:pathLst>
          </a:custGeom>
          <a:ln w="28575" cap="rnd">
            <a:solidFill>
              <a:srgbClr val="111111"/>
            </a:solidFill>
            <a:prstDash val="solid"/>
            <a:miter/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744ABCA2-9AC5-6C83-90F8-9D6179336D9B}"/>
              </a:ext>
            </a:extLst>
          </p:cNvPr>
          <p:cNvSpPr/>
          <p:nvPr/>
        </p:nvSpPr>
        <p:spPr>
          <a:xfrm>
            <a:off x="3060300" y="1704975"/>
            <a:ext cx="108749" cy="121760"/>
          </a:xfrm>
          <a:custGeom>
            <a:avLst/>
            <a:gdLst>
              <a:gd name="csX0" fmla="*/ 54375 w 108749"/>
              <a:gd name="csY0" fmla="*/ 0 h 121760"/>
              <a:gd name="csX1" fmla="*/ 108750 w 108749"/>
              <a:gd name="csY1" fmla="*/ 121760 h 121760"/>
              <a:gd name="csX2" fmla="*/ 0 w 108749"/>
              <a:gd name="csY2" fmla="*/ 121760 h 121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8749" h="121760">
                <a:moveTo>
                  <a:pt x="54375" y="0"/>
                </a:moveTo>
                <a:lnTo>
                  <a:pt x="108750" y="121760"/>
                </a:lnTo>
                <a:lnTo>
                  <a:pt x="0" y="121760"/>
                </a:lnTo>
                <a:close/>
              </a:path>
            </a:pathLst>
          </a:custGeom>
          <a:solidFill>
            <a:srgbClr val="111111"/>
          </a:solidFill>
          <a:ln w="9525" cap="flat">
            <a:noFill/>
            <a:prstDash val="solid"/>
            <a:miter/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66C785AF-E094-4744-622E-1B2C4BF77521}"/>
              </a:ext>
            </a:extLst>
          </p:cNvPr>
          <p:cNvSpPr/>
          <p:nvPr/>
        </p:nvSpPr>
        <p:spPr>
          <a:xfrm>
            <a:off x="3114675" y="2647950"/>
            <a:ext cx="647700" cy="9525"/>
          </a:xfrm>
          <a:custGeom>
            <a:avLst/>
            <a:gdLst>
              <a:gd name="csX0" fmla="*/ 0 w 647700"/>
              <a:gd name="csY0" fmla="*/ 0 h 9525"/>
              <a:gd name="csX1" fmla="*/ 647700 w 6477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700" h="9525">
                <a:moveTo>
                  <a:pt x="0" y="0"/>
                </a:moveTo>
                <a:lnTo>
                  <a:pt x="647700" y="0"/>
                </a:lnTo>
              </a:path>
            </a:pathLst>
          </a:custGeom>
          <a:ln w="28575" cap="rnd">
            <a:solidFill>
              <a:srgbClr val="111111"/>
            </a:solidFill>
            <a:prstDash val="solid"/>
            <a:miter/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2C05E2BD-F090-BE6D-2D67-B6F4960A4D26}"/>
              </a:ext>
            </a:extLst>
          </p:cNvPr>
          <p:cNvSpPr/>
          <p:nvPr/>
        </p:nvSpPr>
        <p:spPr>
          <a:xfrm>
            <a:off x="3762375" y="2476500"/>
            <a:ext cx="9525" cy="171450"/>
          </a:xfrm>
          <a:custGeom>
            <a:avLst/>
            <a:gdLst>
              <a:gd name="csX0" fmla="*/ 0 w 9525"/>
              <a:gd name="csY0" fmla="*/ 171450 h 171450"/>
              <a:gd name="csX1" fmla="*/ 0 w 9525"/>
              <a:gd name="csY1" fmla="*/ 0 h 171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28575" cap="rnd">
            <a:solidFill>
              <a:srgbClr val="111111"/>
            </a:solidFill>
            <a:prstDash val="solid"/>
            <a:miter/>
          </a:ln>
        </p:spPr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58E2E176-77DF-53E9-E898-1F743C7F364B}"/>
              </a:ext>
            </a:extLst>
          </p:cNvPr>
          <p:cNvSpPr/>
          <p:nvPr/>
        </p:nvSpPr>
        <p:spPr>
          <a:xfrm>
            <a:off x="3609975" y="552450"/>
            <a:ext cx="1104900" cy="1924050"/>
          </a:xfrm>
          <a:prstGeom prst="roundRect">
            <a:avLst>
              <a:gd name="adj" fmla="val 13793"/>
            </a:avLst>
          </a:prstGeom>
          <a:solidFill>
            <a:srgbClr val="F9FFF5"/>
          </a:solidFill>
          <a:ln w="14288" cap="flat">
            <a:solidFill>
              <a:srgbClr val="6AA84F"/>
            </a:solidFill>
            <a:prstDash val="solid"/>
            <a:miter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41B27A2-5FA6-AD46-6FA1-AFAEB7E14710}"/>
              </a:ext>
            </a:extLst>
          </p:cNvPr>
          <p:cNvSpPr/>
          <p:nvPr/>
        </p:nvSpPr>
        <p:spPr>
          <a:xfrm>
            <a:off x="3714750" y="704850"/>
            <a:ext cx="914400" cy="276225"/>
          </a:xfrm>
          <a:prstGeom prst="rect">
            <a:avLst/>
          </a:prstGeom>
          <a:solidFill>
            <a:srgbClr val="D9E8FF"/>
          </a:solidFill>
          <a:ln w="7620" cap="flat">
            <a:solidFill>
              <a:srgbClr val="99AAAA"/>
            </a:solidFill>
            <a:prstDash val="solid"/>
            <a:miter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FAFBA90-3652-0027-CF72-A1B0E8EC1097}"/>
              </a:ext>
            </a:extLst>
          </p:cNvPr>
          <p:cNvSpPr/>
          <p:nvPr/>
        </p:nvSpPr>
        <p:spPr>
          <a:xfrm>
            <a:off x="3714750" y="1085850"/>
            <a:ext cx="914400" cy="276225"/>
          </a:xfrm>
          <a:prstGeom prst="rect">
            <a:avLst/>
          </a:prstGeom>
          <a:solidFill>
            <a:srgbClr val="FFE0C2"/>
          </a:solidFill>
          <a:ln w="7620" cap="flat">
            <a:solidFill>
              <a:srgbClr val="99AAAA"/>
            </a:solidFill>
            <a:prstDash val="solid"/>
            <a:miter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06C109B-6936-C6BB-0BD0-E585D47CE093}"/>
              </a:ext>
            </a:extLst>
          </p:cNvPr>
          <p:cNvSpPr/>
          <p:nvPr/>
        </p:nvSpPr>
        <p:spPr>
          <a:xfrm>
            <a:off x="3714750" y="1466850"/>
            <a:ext cx="914400" cy="276225"/>
          </a:xfrm>
          <a:prstGeom prst="rect">
            <a:avLst/>
          </a:prstGeom>
          <a:solidFill>
            <a:srgbClr val="D9C8E8"/>
          </a:solidFill>
          <a:ln w="7620" cap="flat">
            <a:solidFill>
              <a:srgbClr val="99AAAA"/>
            </a:solidFill>
            <a:prstDash val="solid"/>
            <a:miter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0BC5DB4-9299-0A79-628F-6D1841364542}"/>
              </a:ext>
            </a:extLst>
          </p:cNvPr>
          <p:cNvSpPr/>
          <p:nvPr/>
        </p:nvSpPr>
        <p:spPr>
          <a:xfrm>
            <a:off x="3714750" y="1847850"/>
            <a:ext cx="914400" cy="276225"/>
          </a:xfrm>
          <a:prstGeom prst="rect">
            <a:avLst/>
          </a:prstGeom>
          <a:solidFill>
            <a:srgbClr val="E5F3DF"/>
          </a:solidFill>
          <a:ln w="7620" cap="flat">
            <a:solidFill>
              <a:srgbClr val="99AAAA"/>
            </a:solidFill>
            <a:prstDash val="solid"/>
            <a:miter/>
          </a:ln>
        </p:spPr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520702A-4F98-E28A-8951-83F637C0DA7E}"/>
              </a:ext>
            </a:extLst>
          </p:cNvPr>
          <p:cNvSpPr txBox="1"/>
          <p:nvPr/>
        </p:nvSpPr>
        <p:spPr>
          <a:xfrm>
            <a:off x="3782100" y="714670"/>
            <a:ext cx="760649" cy="365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s1(t1)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483ADA4-0142-220B-9841-6E1C741DE4E9}"/>
              </a:ext>
            </a:extLst>
          </p:cNvPr>
          <p:cNvSpPr txBox="1"/>
          <p:nvPr/>
        </p:nvSpPr>
        <p:spPr>
          <a:xfrm>
            <a:off x="3782100" y="1095670"/>
            <a:ext cx="760649" cy="365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s3(t2)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93C14BB-246B-395D-9128-09AD601172B9}"/>
              </a:ext>
            </a:extLst>
          </p:cNvPr>
          <p:cNvSpPr txBox="1"/>
          <p:nvPr/>
        </p:nvSpPr>
        <p:spPr>
          <a:xfrm>
            <a:off x="3782100" y="1476670"/>
            <a:ext cx="760649" cy="365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s6(t2)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D1A019F-FE76-804F-8C5E-D22F06ECA2E4}"/>
              </a:ext>
            </a:extLst>
          </p:cNvPr>
          <p:cNvSpPr txBox="1"/>
          <p:nvPr/>
        </p:nvSpPr>
        <p:spPr>
          <a:xfrm>
            <a:off x="3782100" y="1857670"/>
            <a:ext cx="760649" cy="365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s4(t3)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4C5BFE9-0D28-B50E-FA4C-4088CAE8C1D2}"/>
              </a:ext>
            </a:extLst>
          </p:cNvPr>
          <p:cNvSpPr txBox="1"/>
          <p:nvPr/>
        </p:nvSpPr>
        <p:spPr>
          <a:xfrm>
            <a:off x="3978116" y="2238670"/>
            <a:ext cx="368617" cy="365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9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...</a:t>
            </a: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70150501-3903-EB7B-CAFD-56C5638CC852}"/>
              </a:ext>
            </a:extLst>
          </p:cNvPr>
          <p:cNvSpPr/>
          <p:nvPr/>
        </p:nvSpPr>
        <p:spPr>
          <a:xfrm>
            <a:off x="5734050" y="402065"/>
            <a:ext cx="4171950" cy="1388634"/>
          </a:xfrm>
          <a:custGeom>
            <a:avLst/>
            <a:gdLst>
              <a:gd name="csX0" fmla="*/ 0 w 4171950"/>
              <a:gd name="csY0" fmla="*/ 45609 h 1388634"/>
              <a:gd name="csX1" fmla="*/ 2219325 w 4171950"/>
              <a:gd name="csY1" fmla="*/ 36084 h 1388634"/>
              <a:gd name="csX2" fmla="*/ 4105275 w 4171950"/>
              <a:gd name="csY2" fmla="*/ 36084 h 1388634"/>
              <a:gd name="csX3" fmla="*/ 4171950 w 4171950"/>
              <a:gd name="csY3" fmla="*/ 1388635 h 1388634"/>
              <a:gd name="csX4" fmla="*/ 19050 w 4171950"/>
              <a:gd name="csY4" fmla="*/ 1379110 h 13886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171950" h="1388634">
                <a:moveTo>
                  <a:pt x="0" y="45609"/>
                </a:moveTo>
                <a:cubicBezTo>
                  <a:pt x="1028700" y="-21066"/>
                  <a:pt x="1524000" y="112284"/>
                  <a:pt x="2219325" y="36084"/>
                </a:cubicBezTo>
                <a:cubicBezTo>
                  <a:pt x="2914650" y="-40116"/>
                  <a:pt x="3543300" y="26559"/>
                  <a:pt x="4105275" y="36084"/>
                </a:cubicBezTo>
                <a:lnTo>
                  <a:pt x="4171950" y="1388635"/>
                </a:lnTo>
                <a:cubicBezTo>
                  <a:pt x="2876550" y="1360060"/>
                  <a:pt x="1695450" y="1407685"/>
                  <a:pt x="19050" y="1379110"/>
                </a:cubicBezTo>
                <a:close/>
              </a:path>
            </a:pathLst>
          </a:custGeom>
          <a:noFill/>
          <a:ln w="47625" cap="rnd">
            <a:solidFill>
              <a:srgbClr val="4B9BD3"/>
            </a:solidFill>
            <a:prstDash val="solid"/>
            <a:round/>
          </a:ln>
        </p:spPr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C91CB00D-1BBE-270D-DA0E-912DF13EE811}"/>
              </a:ext>
            </a:extLst>
          </p:cNvPr>
          <p:cNvSpPr/>
          <p:nvPr/>
        </p:nvSpPr>
        <p:spPr>
          <a:xfrm>
            <a:off x="5734050" y="1814325"/>
            <a:ext cx="4114800" cy="1335538"/>
          </a:xfrm>
          <a:custGeom>
            <a:avLst/>
            <a:gdLst>
              <a:gd name="csX0" fmla="*/ 0 w 4114800"/>
              <a:gd name="csY0" fmla="*/ 33524 h 1335538"/>
              <a:gd name="csX1" fmla="*/ 2743200 w 4114800"/>
              <a:gd name="csY1" fmla="*/ 33524 h 1335538"/>
              <a:gd name="csX2" fmla="*/ 4114800 w 4114800"/>
              <a:gd name="csY2" fmla="*/ 43049 h 1335538"/>
              <a:gd name="csX3" fmla="*/ 4114800 w 4114800"/>
              <a:gd name="csY3" fmla="*/ 1328924 h 1335538"/>
              <a:gd name="csX4" fmla="*/ 0 w 4114800"/>
              <a:gd name="csY4" fmla="*/ 1328924 h 13355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114800" h="1335538">
                <a:moveTo>
                  <a:pt x="0" y="33524"/>
                </a:moveTo>
                <a:cubicBezTo>
                  <a:pt x="1123950" y="-23626"/>
                  <a:pt x="1847850" y="109724"/>
                  <a:pt x="2743200" y="33524"/>
                </a:cubicBezTo>
                <a:cubicBezTo>
                  <a:pt x="3638550" y="-42676"/>
                  <a:pt x="3457575" y="33524"/>
                  <a:pt x="4114800" y="43049"/>
                </a:cubicBezTo>
                <a:lnTo>
                  <a:pt x="4114800" y="1328924"/>
                </a:lnTo>
                <a:cubicBezTo>
                  <a:pt x="2876550" y="1281299"/>
                  <a:pt x="1600200" y="1357499"/>
                  <a:pt x="0" y="1328924"/>
                </a:cubicBezTo>
                <a:close/>
              </a:path>
            </a:pathLst>
          </a:custGeom>
          <a:noFill/>
          <a:ln w="47625" cap="rnd">
            <a:solidFill>
              <a:srgbClr val="DD8F55"/>
            </a:solidFill>
            <a:prstDash val="solid"/>
            <a:round/>
          </a:ln>
        </p:spPr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F384C09F-CCED-3926-FD9A-700E91927C57}"/>
              </a:ext>
            </a:extLst>
          </p:cNvPr>
          <p:cNvSpPr/>
          <p:nvPr/>
        </p:nvSpPr>
        <p:spPr>
          <a:xfrm>
            <a:off x="6076950" y="904875"/>
            <a:ext cx="429577" cy="281177"/>
          </a:xfrm>
          <a:custGeom>
            <a:avLst/>
            <a:gdLst>
              <a:gd name="csX0" fmla="*/ 0 w 429577"/>
              <a:gd name="csY0" fmla="*/ 0 h 281177"/>
              <a:gd name="csX1" fmla="*/ 429577 w 429577"/>
              <a:gd name="csY1" fmla="*/ 281178 h 2811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9577" h="281177">
                <a:moveTo>
                  <a:pt x="0" y="0"/>
                </a:moveTo>
                <a:lnTo>
                  <a:pt x="429577" y="281178"/>
                </a:lnTo>
              </a:path>
            </a:pathLst>
          </a:custGeom>
          <a:ln w="23432" cap="rnd">
            <a:solidFill>
              <a:srgbClr val="111111"/>
            </a:solidFill>
            <a:prstDash val="solid"/>
            <a:miter/>
          </a:ln>
        </p:spPr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55A1F605-7DBF-4DBE-09CC-6EA833B53221}"/>
              </a:ext>
            </a:extLst>
          </p:cNvPr>
          <p:cNvSpPr/>
          <p:nvPr/>
        </p:nvSpPr>
        <p:spPr>
          <a:xfrm>
            <a:off x="6506527" y="982980"/>
            <a:ext cx="413956" cy="203072"/>
          </a:xfrm>
          <a:custGeom>
            <a:avLst/>
            <a:gdLst>
              <a:gd name="csX0" fmla="*/ 0 w 413956"/>
              <a:gd name="csY0" fmla="*/ 203073 h 203072"/>
              <a:gd name="csX1" fmla="*/ 413956 w 413956"/>
              <a:gd name="csY1" fmla="*/ 0 h 203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13956" h="203072">
                <a:moveTo>
                  <a:pt x="0" y="203073"/>
                </a:moveTo>
                <a:lnTo>
                  <a:pt x="413956" y="0"/>
                </a:lnTo>
              </a:path>
            </a:pathLst>
          </a:custGeom>
          <a:ln w="23432" cap="rnd">
            <a:solidFill>
              <a:srgbClr val="111111"/>
            </a:solidFill>
            <a:prstDash val="solid"/>
            <a:miter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896BC282-B014-445A-066A-9F8EB227A883}"/>
              </a:ext>
            </a:extLst>
          </p:cNvPr>
          <p:cNvSpPr/>
          <p:nvPr/>
        </p:nvSpPr>
        <p:spPr>
          <a:xfrm>
            <a:off x="6506527" y="1186053"/>
            <a:ext cx="242125" cy="265557"/>
          </a:xfrm>
          <a:custGeom>
            <a:avLst/>
            <a:gdLst>
              <a:gd name="csX0" fmla="*/ 0 w 242125"/>
              <a:gd name="csY0" fmla="*/ 0 h 265557"/>
              <a:gd name="csX1" fmla="*/ 242126 w 242125"/>
              <a:gd name="csY1" fmla="*/ 265557 h 265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42125" h="265557">
                <a:moveTo>
                  <a:pt x="0" y="0"/>
                </a:moveTo>
                <a:lnTo>
                  <a:pt x="242126" y="265557"/>
                </a:lnTo>
              </a:path>
            </a:pathLst>
          </a:custGeom>
          <a:ln w="23432" cap="rnd">
            <a:solidFill>
              <a:srgbClr val="111111"/>
            </a:solidFill>
            <a:prstDash val="solid"/>
            <a:miter/>
          </a:ln>
        </p:spPr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3C398FAE-6DF9-5286-DEC7-17EF53ED8663}"/>
              </a:ext>
            </a:extLst>
          </p:cNvPr>
          <p:cNvSpPr/>
          <p:nvPr/>
        </p:nvSpPr>
        <p:spPr>
          <a:xfrm>
            <a:off x="6748653" y="1412557"/>
            <a:ext cx="499872" cy="39052"/>
          </a:xfrm>
          <a:custGeom>
            <a:avLst/>
            <a:gdLst>
              <a:gd name="csX0" fmla="*/ 0 w 499872"/>
              <a:gd name="csY0" fmla="*/ 39052 h 39052"/>
              <a:gd name="csX1" fmla="*/ 499872 w 499872"/>
              <a:gd name="csY1" fmla="*/ 0 h 39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99872" h="39052">
                <a:moveTo>
                  <a:pt x="0" y="39052"/>
                </a:moveTo>
                <a:lnTo>
                  <a:pt x="499872" y="0"/>
                </a:lnTo>
              </a:path>
            </a:pathLst>
          </a:custGeom>
          <a:ln w="23432" cap="rnd">
            <a:solidFill>
              <a:srgbClr val="111111"/>
            </a:solidFill>
            <a:prstDash val="solid"/>
            <a:miter/>
          </a:ln>
        </p:spPr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837B8246-5DD9-1AA0-A8F7-BC304C202E7C}"/>
              </a:ext>
            </a:extLst>
          </p:cNvPr>
          <p:cNvSpPr/>
          <p:nvPr/>
        </p:nvSpPr>
        <p:spPr>
          <a:xfrm>
            <a:off x="5967603" y="795528"/>
            <a:ext cx="218694" cy="218694"/>
          </a:xfrm>
          <a:prstGeom prst="ellipse">
            <a:avLst/>
          </a:prstGeom>
          <a:solidFill>
            <a:srgbClr val="FFFFFF"/>
          </a:solidFill>
          <a:ln w="15621" cap="flat">
            <a:solidFill>
              <a:srgbClr val="111111"/>
            </a:solidFill>
            <a:prstDash val="solid"/>
            <a:miter/>
          </a:ln>
        </p:spPr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30C1CCB-0389-BA06-C827-B5635D0DD660}"/>
              </a:ext>
            </a:extLst>
          </p:cNvPr>
          <p:cNvSpPr txBox="1"/>
          <p:nvPr/>
        </p:nvSpPr>
        <p:spPr>
          <a:xfrm>
            <a:off x="5923641" y="799958"/>
            <a:ext cx="306616" cy="222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23" spc="0" baseline="0">
                <a:ln/>
                <a:solidFill>
                  <a:srgbClr val="111111"/>
                </a:solidFill>
                <a:latin typeface="Arial"/>
                <a:cs typeface="Arial"/>
                <a:sym typeface="Arial"/>
                <a:rtl val="0"/>
              </a:rPr>
              <a:t>v1</a:t>
            </a: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542DE056-528D-B814-3C0B-1DCC79DCBBEE}"/>
              </a:ext>
            </a:extLst>
          </p:cNvPr>
          <p:cNvSpPr/>
          <p:nvPr/>
        </p:nvSpPr>
        <p:spPr>
          <a:xfrm>
            <a:off x="6397180" y="1076706"/>
            <a:ext cx="218694" cy="218694"/>
          </a:xfrm>
          <a:prstGeom prst="ellipse">
            <a:avLst/>
          </a:prstGeom>
          <a:solidFill>
            <a:srgbClr val="FFFFFF"/>
          </a:solidFill>
          <a:ln w="15621" cap="flat">
            <a:solidFill>
              <a:srgbClr val="111111"/>
            </a:solidFill>
            <a:prstDash val="solid"/>
            <a:miter/>
          </a:ln>
        </p:spPr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A1CC9E8-3EAA-AB10-2792-19195775FC98}"/>
              </a:ext>
            </a:extLst>
          </p:cNvPr>
          <p:cNvSpPr txBox="1"/>
          <p:nvPr/>
        </p:nvSpPr>
        <p:spPr>
          <a:xfrm>
            <a:off x="6353219" y="1081136"/>
            <a:ext cx="306616" cy="222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23" spc="0" baseline="0">
                <a:ln/>
                <a:solidFill>
                  <a:srgbClr val="111111"/>
                </a:solidFill>
                <a:latin typeface="Arial"/>
                <a:cs typeface="Arial"/>
                <a:sym typeface="Arial"/>
                <a:rtl val="0"/>
              </a:rPr>
              <a:t>v2</a:t>
            </a: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4499DAAC-D52C-D299-A252-E2035B28A516}"/>
              </a:ext>
            </a:extLst>
          </p:cNvPr>
          <p:cNvSpPr/>
          <p:nvPr/>
        </p:nvSpPr>
        <p:spPr>
          <a:xfrm>
            <a:off x="6811136" y="873633"/>
            <a:ext cx="218694" cy="218694"/>
          </a:xfrm>
          <a:prstGeom prst="ellipse">
            <a:avLst/>
          </a:prstGeom>
          <a:solidFill>
            <a:srgbClr val="FFFFFF"/>
          </a:solidFill>
          <a:ln w="15621" cap="flat">
            <a:solidFill>
              <a:srgbClr val="111111"/>
            </a:solidFill>
            <a:prstDash val="solid"/>
            <a:miter/>
          </a:ln>
        </p:spPr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1BCFBC3-2A54-A9B4-A246-B55E71D83272}"/>
              </a:ext>
            </a:extLst>
          </p:cNvPr>
          <p:cNvSpPr txBox="1"/>
          <p:nvPr/>
        </p:nvSpPr>
        <p:spPr>
          <a:xfrm>
            <a:off x="6767175" y="878063"/>
            <a:ext cx="306616" cy="222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23" spc="0" baseline="0">
                <a:ln/>
                <a:solidFill>
                  <a:srgbClr val="111111"/>
                </a:solidFill>
                <a:latin typeface="Arial"/>
                <a:cs typeface="Arial"/>
                <a:sym typeface="Arial"/>
                <a:rtl val="0"/>
              </a:rPr>
              <a:t>v3</a:t>
            </a: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5F4FAC23-611A-5EC4-A239-857665F4EEE4}"/>
              </a:ext>
            </a:extLst>
          </p:cNvPr>
          <p:cNvSpPr/>
          <p:nvPr/>
        </p:nvSpPr>
        <p:spPr>
          <a:xfrm>
            <a:off x="6639306" y="1342263"/>
            <a:ext cx="218694" cy="218693"/>
          </a:xfrm>
          <a:prstGeom prst="ellipse">
            <a:avLst/>
          </a:prstGeom>
          <a:solidFill>
            <a:srgbClr val="FFFFFF"/>
          </a:solidFill>
          <a:ln w="15621" cap="flat">
            <a:solidFill>
              <a:srgbClr val="111111"/>
            </a:solidFill>
            <a:prstDash val="solid"/>
            <a:miter/>
          </a:ln>
        </p:spPr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2F357DF-63BC-53B9-5713-E4780443BF2D}"/>
              </a:ext>
            </a:extLst>
          </p:cNvPr>
          <p:cNvSpPr txBox="1"/>
          <p:nvPr/>
        </p:nvSpPr>
        <p:spPr>
          <a:xfrm>
            <a:off x="6595344" y="1346693"/>
            <a:ext cx="306616" cy="222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23" spc="0" baseline="0">
                <a:ln/>
                <a:solidFill>
                  <a:srgbClr val="111111"/>
                </a:solidFill>
                <a:latin typeface="Arial"/>
                <a:cs typeface="Arial"/>
                <a:sym typeface="Arial"/>
                <a:rtl val="0"/>
              </a:rPr>
              <a:t>v4</a:t>
            </a: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34BE96AA-A77C-AC82-E866-01AAF1D7BDB7}"/>
              </a:ext>
            </a:extLst>
          </p:cNvPr>
          <p:cNvSpPr/>
          <p:nvPr/>
        </p:nvSpPr>
        <p:spPr>
          <a:xfrm>
            <a:off x="7139178" y="1303210"/>
            <a:ext cx="218694" cy="218693"/>
          </a:xfrm>
          <a:prstGeom prst="ellipse">
            <a:avLst/>
          </a:prstGeom>
          <a:solidFill>
            <a:srgbClr val="FFFFFF"/>
          </a:solidFill>
          <a:ln w="15621" cap="flat">
            <a:solidFill>
              <a:srgbClr val="111111"/>
            </a:solidFill>
            <a:prstDash val="solid"/>
            <a:miter/>
          </a:ln>
        </p:spPr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325301D5-32B0-E3DA-7A14-0812C284AC1F}"/>
              </a:ext>
            </a:extLst>
          </p:cNvPr>
          <p:cNvSpPr txBox="1"/>
          <p:nvPr/>
        </p:nvSpPr>
        <p:spPr>
          <a:xfrm>
            <a:off x="7095216" y="1307640"/>
            <a:ext cx="306616" cy="222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23" spc="0" baseline="0">
                <a:ln/>
                <a:solidFill>
                  <a:srgbClr val="111111"/>
                </a:solidFill>
                <a:latin typeface="Arial"/>
                <a:cs typeface="Arial"/>
                <a:sym typeface="Arial"/>
                <a:rtl val="0"/>
              </a:rPr>
              <a:t>v5</a:t>
            </a: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2AE83700-A23F-95FD-AC84-150E961473B0}"/>
              </a:ext>
            </a:extLst>
          </p:cNvPr>
          <p:cNvSpPr/>
          <p:nvPr/>
        </p:nvSpPr>
        <p:spPr>
          <a:xfrm>
            <a:off x="7277100" y="1000125"/>
            <a:ext cx="457200" cy="9525"/>
          </a:xfrm>
          <a:custGeom>
            <a:avLst/>
            <a:gdLst>
              <a:gd name="csX0" fmla="*/ 0 w 457200"/>
              <a:gd name="csY0" fmla="*/ 0 h 9525"/>
              <a:gd name="csX1" fmla="*/ 457200 w 4572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8575" cap="rnd">
            <a:solidFill>
              <a:srgbClr val="5976A6"/>
            </a:solidFill>
            <a:prstDash val="solid"/>
            <a:miter/>
          </a:ln>
        </p:spPr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DDC61B46-48C6-FDB7-78E6-ADE5737FD2F2}"/>
              </a:ext>
            </a:extLst>
          </p:cNvPr>
          <p:cNvSpPr/>
          <p:nvPr/>
        </p:nvSpPr>
        <p:spPr>
          <a:xfrm>
            <a:off x="7577750" y="930214"/>
            <a:ext cx="156549" cy="139821"/>
          </a:xfrm>
          <a:custGeom>
            <a:avLst/>
            <a:gdLst>
              <a:gd name="csX0" fmla="*/ 156549 w 156549"/>
              <a:gd name="csY0" fmla="*/ 69911 h 139821"/>
              <a:gd name="csX1" fmla="*/ 0 w 156549"/>
              <a:gd name="csY1" fmla="*/ 139821 h 139821"/>
              <a:gd name="csX2" fmla="*/ 0 w 156549"/>
              <a:gd name="csY2" fmla="*/ 0 h 139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6549" h="139821">
                <a:moveTo>
                  <a:pt x="156549" y="69911"/>
                </a:moveTo>
                <a:lnTo>
                  <a:pt x="0" y="139821"/>
                </a:lnTo>
                <a:lnTo>
                  <a:pt x="0" y="0"/>
                </a:lnTo>
                <a:close/>
              </a:path>
            </a:pathLst>
          </a:custGeom>
          <a:solidFill>
            <a:srgbClr val="5976A6"/>
          </a:solidFill>
          <a:ln w="9525" cap="flat">
            <a:noFill/>
            <a:prstDash val="solid"/>
            <a:miter/>
          </a:ln>
        </p:spPr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A47DA3FA-57EA-9BD9-6A66-6DFB1C05B07D}"/>
              </a:ext>
            </a:extLst>
          </p:cNvPr>
          <p:cNvSpPr/>
          <p:nvPr/>
        </p:nvSpPr>
        <p:spPr>
          <a:xfrm>
            <a:off x="7620000" y="695325"/>
            <a:ext cx="1695450" cy="609600"/>
          </a:xfrm>
          <a:prstGeom prst="roundRect">
            <a:avLst>
              <a:gd name="adj" fmla="val 15625"/>
            </a:avLst>
          </a:prstGeom>
          <a:solidFill>
            <a:srgbClr val="F4F4F4"/>
          </a:solidFill>
          <a:ln w="28575" cap="flat">
            <a:solidFill>
              <a:srgbClr val="55A2D9"/>
            </a:solidFill>
            <a:prstDash val="solid"/>
            <a:miter/>
          </a:ln>
        </p:spPr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F86CEBB-8EFF-4F60-AF5A-6D1CC2F1CE5A}"/>
              </a:ext>
            </a:extLst>
          </p:cNvPr>
          <p:cNvSpPr txBox="1"/>
          <p:nvPr/>
        </p:nvSpPr>
        <p:spPr>
          <a:xfrm>
            <a:off x="7676399" y="820482"/>
            <a:ext cx="1582650" cy="37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Self-attention</a:t>
            </a: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22BA30D6-FC80-834A-61D1-7CCADDB2C560}"/>
              </a:ext>
            </a:extLst>
          </p:cNvPr>
          <p:cNvSpPr/>
          <p:nvPr/>
        </p:nvSpPr>
        <p:spPr>
          <a:xfrm>
            <a:off x="9315450" y="1000125"/>
            <a:ext cx="361950" cy="9525"/>
          </a:xfrm>
          <a:custGeom>
            <a:avLst/>
            <a:gdLst>
              <a:gd name="csX0" fmla="*/ 0 w 361950"/>
              <a:gd name="csY0" fmla="*/ 0 h 9525"/>
              <a:gd name="csX1" fmla="*/ 361950 w 36195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38100" cap="rnd">
            <a:solidFill>
              <a:srgbClr val="0071BD"/>
            </a:solidFill>
            <a:prstDash val="solid"/>
            <a:miter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85D83D11-8048-0943-0EE9-BFC8A6674389}"/>
              </a:ext>
            </a:extLst>
          </p:cNvPr>
          <p:cNvSpPr/>
          <p:nvPr/>
        </p:nvSpPr>
        <p:spPr>
          <a:xfrm>
            <a:off x="9555639" y="945750"/>
            <a:ext cx="121760" cy="108749"/>
          </a:xfrm>
          <a:custGeom>
            <a:avLst/>
            <a:gdLst>
              <a:gd name="csX0" fmla="*/ 121761 w 121760"/>
              <a:gd name="csY0" fmla="*/ 54375 h 108749"/>
              <a:gd name="csX1" fmla="*/ 0 w 121760"/>
              <a:gd name="csY1" fmla="*/ 108750 h 108749"/>
              <a:gd name="csX2" fmla="*/ 0 w 121760"/>
              <a:gd name="csY2" fmla="*/ 0 h 108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760" h="108749">
                <a:moveTo>
                  <a:pt x="121761" y="54375"/>
                </a:moveTo>
                <a:lnTo>
                  <a:pt x="0" y="108750"/>
                </a:lnTo>
                <a:lnTo>
                  <a:pt x="0" y="0"/>
                </a:lnTo>
                <a:close/>
              </a:path>
            </a:pathLst>
          </a:custGeom>
          <a:solidFill>
            <a:srgbClr val="0071BD"/>
          </a:solidFill>
          <a:ln w="9525" cap="flat">
            <a:noFill/>
            <a:prstDash val="solid"/>
            <a:miter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57B02B2-0B24-239C-C568-5407C5B80D4E}"/>
              </a:ext>
            </a:extLst>
          </p:cNvPr>
          <p:cNvSpPr/>
          <p:nvPr/>
        </p:nvSpPr>
        <p:spPr>
          <a:xfrm>
            <a:off x="9763125" y="695325"/>
            <a:ext cx="276225" cy="600075"/>
          </a:xfrm>
          <a:prstGeom prst="rect">
            <a:avLst/>
          </a:prstGeom>
          <a:gradFill>
            <a:gsLst>
              <a:gs pos="0">
                <a:srgbClr val="43A3D9"/>
              </a:gs>
              <a:gs pos="50000">
                <a:srgbClr val="A1D1EC"/>
              </a:gs>
              <a:gs pos="100000">
                <a:srgbClr val="FFFFFF"/>
              </a:gs>
            </a:gsLst>
            <a:lin ang="5400000" scaled="1"/>
          </a:gradFill>
          <a:ln w="9525" cap="flat">
            <a:solidFill>
              <a:srgbClr val="0F5988"/>
            </a:solidFill>
            <a:prstDash val="solid"/>
            <a:miter/>
          </a:ln>
        </p:spPr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384B3CA7-1FDC-22E0-059A-6434C0426D4A}"/>
              </a:ext>
            </a:extLst>
          </p:cNvPr>
          <p:cNvSpPr txBox="1"/>
          <p:nvPr/>
        </p:nvSpPr>
        <p:spPr>
          <a:xfrm>
            <a:off x="9992604" y="573870"/>
            <a:ext cx="588790" cy="386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10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Γ(t)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E3CC5F9-2862-F8F2-AB93-96E9081B2D84}"/>
              </a:ext>
            </a:extLst>
          </p:cNvPr>
          <p:cNvSpPr txBox="1"/>
          <p:nvPr/>
        </p:nvSpPr>
        <p:spPr>
          <a:xfrm>
            <a:off x="8738235" y="1372932"/>
            <a:ext cx="1559544" cy="37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*Timestamps</a:t>
            </a: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878B839B-1F5C-2679-C838-5A5CC9B17DA5}"/>
              </a:ext>
            </a:extLst>
          </p:cNvPr>
          <p:cNvSpPr/>
          <p:nvPr/>
        </p:nvSpPr>
        <p:spPr>
          <a:xfrm>
            <a:off x="6057900" y="2314575"/>
            <a:ext cx="429577" cy="281177"/>
          </a:xfrm>
          <a:custGeom>
            <a:avLst/>
            <a:gdLst>
              <a:gd name="csX0" fmla="*/ 0 w 429577"/>
              <a:gd name="csY0" fmla="*/ 0 h 281177"/>
              <a:gd name="csX1" fmla="*/ 429577 w 429577"/>
              <a:gd name="csY1" fmla="*/ 281178 h 2811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9577" h="281177">
                <a:moveTo>
                  <a:pt x="0" y="0"/>
                </a:moveTo>
                <a:lnTo>
                  <a:pt x="429577" y="281178"/>
                </a:lnTo>
              </a:path>
            </a:pathLst>
          </a:custGeom>
          <a:ln w="23432" cap="rnd">
            <a:solidFill>
              <a:srgbClr val="111111"/>
            </a:solidFill>
            <a:prstDash val="solid"/>
            <a:miter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9B3C98E3-A5FA-0130-53E3-7F86425DC8E8}"/>
              </a:ext>
            </a:extLst>
          </p:cNvPr>
          <p:cNvSpPr/>
          <p:nvPr/>
        </p:nvSpPr>
        <p:spPr>
          <a:xfrm>
            <a:off x="6487477" y="2392680"/>
            <a:ext cx="413956" cy="203072"/>
          </a:xfrm>
          <a:custGeom>
            <a:avLst/>
            <a:gdLst>
              <a:gd name="csX0" fmla="*/ 0 w 413956"/>
              <a:gd name="csY0" fmla="*/ 203073 h 203072"/>
              <a:gd name="csX1" fmla="*/ 413956 w 413956"/>
              <a:gd name="csY1" fmla="*/ 0 h 203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13956" h="203072">
                <a:moveTo>
                  <a:pt x="0" y="203073"/>
                </a:moveTo>
                <a:lnTo>
                  <a:pt x="413956" y="0"/>
                </a:lnTo>
              </a:path>
            </a:pathLst>
          </a:custGeom>
          <a:ln w="23432" cap="rnd">
            <a:solidFill>
              <a:srgbClr val="111111"/>
            </a:solidFill>
            <a:prstDash val="solid"/>
            <a:miter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B0C9B6D4-1B6D-38FB-2720-66191CA82FB7}"/>
              </a:ext>
            </a:extLst>
          </p:cNvPr>
          <p:cNvSpPr/>
          <p:nvPr/>
        </p:nvSpPr>
        <p:spPr>
          <a:xfrm>
            <a:off x="6487477" y="2595753"/>
            <a:ext cx="242125" cy="265556"/>
          </a:xfrm>
          <a:custGeom>
            <a:avLst/>
            <a:gdLst>
              <a:gd name="csX0" fmla="*/ 0 w 242125"/>
              <a:gd name="csY0" fmla="*/ 0 h 265556"/>
              <a:gd name="csX1" fmla="*/ 242126 w 242125"/>
              <a:gd name="csY1" fmla="*/ 265557 h 265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42125" h="265556">
                <a:moveTo>
                  <a:pt x="0" y="0"/>
                </a:moveTo>
                <a:lnTo>
                  <a:pt x="242126" y="265557"/>
                </a:lnTo>
              </a:path>
            </a:pathLst>
          </a:custGeom>
          <a:ln w="23432" cap="rnd">
            <a:solidFill>
              <a:srgbClr val="111111"/>
            </a:solidFill>
            <a:prstDash val="solid"/>
            <a:miter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32E082F1-49BD-CFB5-DBE7-449D3C871BC7}"/>
              </a:ext>
            </a:extLst>
          </p:cNvPr>
          <p:cNvSpPr/>
          <p:nvPr/>
        </p:nvSpPr>
        <p:spPr>
          <a:xfrm>
            <a:off x="6729603" y="2822257"/>
            <a:ext cx="499872" cy="39052"/>
          </a:xfrm>
          <a:custGeom>
            <a:avLst/>
            <a:gdLst>
              <a:gd name="csX0" fmla="*/ 0 w 499872"/>
              <a:gd name="csY0" fmla="*/ 39052 h 39052"/>
              <a:gd name="csX1" fmla="*/ 499872 w 499872"/>
              <a:gd name="csY1" fmla="*/ 0 h 39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99872" h="39052">
                <a:moveTo>
                  <a:pt x="0" y="39052"/>
                </a:moveTo>
                <a:lnTo>
                  <a:pt x="499872" y="0"/>
                </a:lnTo>
              </a:path>
            </a:pathLst>
          </a:custGeom>
          <a:ln w="23432" cap="rnd">
            <a:solidFill>
              <a:srgbClr val="111111"/>
            </a:solidFill>
            <a:prstDash val="solid"/>
            <a:miter/>
          </a:ln>
        </p:spPr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01406FB2-15D6-8B99-02AF-1C36D7E9CB78}"/>
              </a:ext>
            </a:extLst>
          </p:cNvPr>
          <p:cNvSpPr/>
          <p:nvPr/>
        </p:nvSpPr>
        <p:spPr>
          <a:xfrm>
            <a:off x="5948553" y="2205228"/>
            <a:ext cx="218694" cy="218693"/>
          </a:xfrm>
          <a:prstGeom prst="ellipse">
            <a:avLst/>
          </a:prstGeom>
          <a:solidFill>
            <a:srgbClr val="FFFFFF"/>
          </a:solidFill>
          <a:ln w="15621" cap="flat">
            <a:solidFill>
              <a:srgbClr val="111111"/>
            </a:solidFill>
            <a:prstDash val="solid"/>
            <a:miter/>
          </a:ln>
        </p:spPr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552D4FEF-F5D1-7098-8F9B-7FBBC87F2FF9}"/>
              </a:ext>
            </a:extLst>
          </p:cNvPr>
          <p:cNvSpPr txBox="1"/>
          <p:nvPr/>
        </p:nvSpPr>
        <p:spPr>
          <a:xfrm>
            <a:off x="5904591" y="2209658"/>
            <a:ext cx="306616" cy="222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23" spc="0" baseline="0">
                <a:ln/>
                <a:solidFill>
                  <a:srgbClr val="111111"/>
                </a:solidFill>
                <a:latin typeface="Arial"/>
                <a:cs typeface="Arial"/>
                <a:sym typeface="Arial"/>
                <a:rtl val="0"/>
              </a:rPr>
              <a:t>v1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5D3864FD-6C9E-7ED4-AF46-21319649A363}"/>
              </a:ext>
            </a:extLst>
          </p:cNvPr>
          <p:cNvSpPr/>
          <p:nvPr/>
        </p:nvSpPr>
        <p:spPr>
          <a:xfrm>
            <a:off x="6378130" y="2486405"/>
            <a:ext cx="218694" cy="218694"/>
          </a:xfrm>
          <a:prstGeom prst="ellipse">
            <a:avLst/>
          </a:prstGeom>
          <a:solidFill>
            <a:srgbClr val="FFFFFF"/>
          </a:solidFill>
          <a:ln w="15621" cap="flat">
            <a:solidFill>
              <a:srgbClr val="111111"/>
            </a:solidFill>
            <a:prstDash val="solid"/>
            <a:miter/>
          </a:ln>
        </p:spPr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0AB92057-3729-62D7-6F1F-2BC7A33AF3D3}"/>
              </a:ext>
            </a:extLst>
          </p:cNvPr>
          <p:cNvSpPr txBox="1"/>
          <p:nvPr/>
        </p:nvSpPr>
        <p:spPr>
          <a:xfrm>
            <a:off x="6334169" y="2490836"/>
            <a:ext cx="306616" cy="222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23" spc="0" baseline="0">
                <a:ln/>
                <a:solidFill>
                  <a:srgbClr val="111111"/>
                </a:solidFill>
                <a:latin typeface="Arial"/>
                <a:cs typeface="Arial"/>
                <a:sym typeface="Arial"/>
                <a:rtl val="0"/>
              </a:rPr>
              <a:t>v2</a:t>
            </a: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32B88273-EC81-3411-C0BF-EAB47FA59ED9}"/>
              </a:ext>
            </a:extLst>
          </p:cNvPr>
          <p:cNvSpPr/>
          <p:nvPr/>
        </p:nvSpPr>
        <p:spPr>
          <a:xfrm>
            <a:off x="6792086" y="2283333"/>
            <a:ext cx="218694" cy="218694"/>
          </a:xfrm>
          <a:prstGeom prst="ellipse">
            <a:avLst/>
          </a:prstGeom>
          <a:solidFill>
            <a:srgbClr val="FFFFFF"/>
          </a:solidFill>
          <a:ln w="15621" cap="flat">
            <a:solidFill>
              <a:srgbClr val="111111"/>
            </a:solidFill>
            <a:prstDash val="solid"/>
            <a:miter/>
          </a:ln>
        </p:spPr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2131589-555B-401F-B957-EA35785A61EE}"/>
              </a:ext>
            </a:extLst>
          </p:cNvPr>
          <p:cNvSpPr txBox="1"/>
          <p:nvPr/>
        </p:nvSpPr>
        <p:spPr>
          <a:xfrm>
            <a:off x="6748125" y="2287763"/>
            <a:ext cx="306616" cy="222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23" spc="0" baseline="0">
                <a:ln/>
                <a:solidFill>
                  <a:srgbClr val="111111"/>
                </a:solidFill>
                <a:latin typeface="Arial"/>
                <a:cs typeface="Arial"/>
                <a:sym typeface="Arial"/>
                <a:rtl val="0"/>
              </a:rPr>
              <a:t>v3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F246735C-BD80-AEDC-E6F6-C814BD9DCEC5}"/>
              </a:ext>
            </a:extLst>
          </p:cNvPr>
          <p:cNvSpPr/>
          <p:nvPr/>
        </p:nvSpPr>
        <p:spPr>
          <a:xfrm>
            <a:off x="6620256" y="2751962"/>
            <a:ext cx="218694" cy="218694"/>
          </a:xfrm>
          <a:prstGeom prst="ellipse">
            <a:avLst/>
          </a:prstGeom>
          <a:solidFill>
            <a:srgbClr val="FFFFFF"/>
          </a:solidFill>
          <a:ln w="15621" cap="flat">
            <a:solidFill>
              <a:srgbClr val="111111"/>
            </a:solidFill>
            <a:prstDash val="solid"/>
            <a:miter/>
          </a:ln>
        </p:spPr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F7D98E99-F040-5B57-4918-872CA49B1D20}"/>
              </a:ext>
            </a:extLst>
          </p:cNvPr>
          <p:cNvSpPr txBox="1"/>
          <p:nvPr/>
        </p:nvSpPr>
        <p:spPr>
          <a:xfrm>
            <a:off x="6576294" y="2756393"/>
            <a:ext cx="306616" cy="222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23" spc="0" baseline="0">
                <a:ln/>
                <a:solidFill>
                  <a:srgbClr val="111111"/>
                </a:solidFill>
                <a:latin typeface="Arial"/>
                <a:cs typeface="Arial"/>
                <a:sym typeface="Arial"/>
                <a:rtl val="0"/>
              </a:rPr>
              <a:t>v4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B8ABADA-C9C4-D1B5-6425-D995DBFE9DE3}"/>
              </a:ext>
            </a:extLst>
          </p:cNvPr>
          <p:cNvSpPr/>
          <p:nvPr/>
        </p:nvSpPr>
        <p:spPr>
          <a:xfrm>
            <a:off x="7120128" y="2712910"/>
            <a:ext cx="218694" cy="218694"/>
          </a:xfrm>
          <a:prstGeom prst="ellipse">
            <a:avLst/>
          </a:prstGeom>
          <a:solidFill>
            <a:srgbClr val="FFFFFF"/>
          </a:solidFill>
          <a:ln w="15621" cap="flat">
            <a:solidFill>
              <a:srgbClr val="111111"/>
            </a:solidFill>
            <a:prstDash val="solid"/>
            <a:miter/>
          </a:ln>
        </p:spPr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DDC0E10-0A55-EE3E-9A89-7D3E58301824}"/>
              </a:ext>
            </a:extLst>
          </p:cNvPr>
          <p:cNvSpPr txBox="1"/>
          <p:nvPr/>
        </p:nvSpPr>
        <p:spPr>
          <a:xfrm>
            <a:off x="7076166" y="2717340"/>
            <a:ext cx="306616" cy="222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23" spc="0" baseline="0">
                <a:ln/>
                <a:solidFill>
                  <a:srgbClr val="111111"/>
                </a:solidFill>
                <a:latin typeface="Arial"/>
                <a:cs typeface="Arial"/>
                <a:sym typeface="Arial"/>
                <a:rtl val="0"/>
              </a:rPr>
              <a:t>v5</a:t>
            </a:r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F274F946-291E-B823-531D-7B72F23CCA5C}"/>
              </a:ext>
            </a:extLst>
          </p:cNvPr>
          <p:cNvSpPr/>
          <p:nvPr/>
        </p:nvSpPr>
        <p:spPr>
          <a:xfrm>
            <a:off x="7239000" y="2419350"/>
            <a:ext cx="457200" cy="9525"/>
          </a:xfrm>
          <a:custGeom>
            <a:avLst/>
            <a:gdLst>
              <a:gd name="csX0" fmla="*/ 0 w 457200"/>
              <a:gd name="csY0" fmla="*/ 0 h 9525"/>
              <a:gd name="csX1" fmla="*/ 457200 w 4572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28575" cap="rnd">
            <a:solidFill>
              <a:srgbClr val="E29454"/>
            </a:solidFill>
            <a:prstDash val="solid"/>
            <a:miter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FE87255A-5AD9-6090-1654-C7A881EFF5F5}"/>
              </a:ext>
            </a:extLst>
          </p:cNvPr>
          <p:cNvSpPr/>
          <p:nvPr/>
        </p:nvSpPr>
        <p:spPr>
          <a:xfrm>
            <a:off x="7539650" y="2349439"/>
            <a:ext cx="156549" cy="139821"/>
          </a:xfrm>
          <a:custGeom>
            <a:avLst/>
            <a:gdLst>
              <a:gd name="csX0" fmla="*/ 156549 w 156549"/>
              <a:gd name="csY0" fmla="*/ 69911 h 139821"/>
              <a:gd name="csX1" fmla="*/ 0 w 156549"/>
              <a:gd name="csY1" fmla="*/ 139821 h 139821"/>
              <a:gd name="csX2" fmla="*/ 0 w 156549"/>
              <a:gd name="csY2" fmla="*/ 0 h 139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6549" h="139821">
                <a:moveTo>
                  <a:pt x="156549" y="69911"/>
                </a:moveTo>
                <a:lnTo>
                  <a:pt x="0" y="139821"/>
                </a:lnTo>
                <a:lnTo>
                  <a:pt x="0" y="0"/>
                </a:lnTo>
                <a:close/>
              </a:path>
            </a:pathLst>
          </a:custGeom>
          <a:solidFill>
            <a:srgbClr val="E29454"/>
          </a:solidFill>
          <a:ln w="9525" cap="flat">
            <a:noFill/>
            <a:prstDash val="solid"/>
            <a:miter/>
          </a:ln>
        </p:spPr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8AAD487C-126E-1AE1-DB44-C903D8333199}"/>
              </a:ext>
            </a:extLst>
          </p:cNvPr>
          <p:cNvSpPr/>
          <p:nvPr/>
        </p:nvSpPr>
        <p:spPr>
          <a:xfrm>
            <a:off x="7620000" y="2162175"/>
            <a:ext cx="1695450" cy="533400"/>
          </a:xfrm>
          <a:prstGeom prst="roundRect">
            <a:avLst>
              <a:gd name="adj" fmla="val 17857"/>
            </a:avLst>
          </a:prstGeom>
          <a:solidFill>
            <a:srgbClr val="F6F0ED"/>
          </a:solidFill>
          <a:ln w="28575" cap="flat">
            <a:solidFill>
              <a:srgbClr val="E5A87B"/>
            </a:solidFill>
            <a:prstDash val="solid"/>
            <a:miter/>
          </a:ln>
        </p:spPr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1ACDBC6-061A-054F-A6BA-49885A16E17D}"/>
              </a:ext>
            </a:extLst>
          </p:cNvPr>
          <p:cNvSpPr txBox="1"/>
          <p:nvPr/>
        </p:nvSpPr>
        <p:spPr>
          <a:xfrm>
            <a:off x="7676399" y="2268282"/>
            <a:ext cx="1582650" cy="37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Self-attention</a:t>
            </a:r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92917FEB-A635-35D4-2C54-2A9DAC470975}"/>
              </a:ext>
            </a:extLst>
          </p:cNvPr>
          <p:cNvSpPr/>
          <p:nvPr/>
        </p:nvSpPr>
        <p:spPr>
          <a:xfrm>
            <a:off x="9315450" y="2428875"/>
            <a:ext cx="381000" cy="9525"/>
          </a:xfrm>
          <a:custGeom>
            <a:avLst/>
            <a:gdLst>
              <a:gd name="csX0" fmla="*/ 0 w 381000"/>
              <a:gd name="csY0" fmla="*/ 0 h 9525"/>
              <a:gd name="csX1" fmla="*/ 381000 w 3810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ln w="38100" cap="rnd">
            <a:solidFill>
              <a:srgbClr val="C55D1F"/>
            </a:solidFill>
            <a:prstDash val="solid"/>
            <a:miter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9956BDBA-72C6-C343-5F02-EA34131ED926}"/>
              </a:ext>
            </a:extLst>
          </p:cNvPr>
          <p:cNvSpPr/>
          <p:nvPr/>
        </p:nvSpPr>
        <p:spPr>
          <a:xfrm>
            <a:off x="9574689" y="2374500"/>
            <a:ext cx="121760" cy="108749"/>
          </a:xfrm>
          <a:custGeom>
            <a:avLst/>
            <a:gdLst>
              <a:gd name="csX0" fmla="*/ 121761 w 121760"/>
              <a:gd name="csY0" fmla="*/ 54375 h 108749"/>
              <a:gd name="csX1" fmla="*/ 0 w 121760"/>
              <a:gd name="csY1" fmla="*/ 108750 h 108749"/>
              <a:gd name="csX2" fmla="*/ 0 w 121760"/>
              <a:gd name="csY2" fmla="*/ 0 h 108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760" h="108749">
                <a:moveTo>
                  <a:pt x="121761" y="54375"/>
                </a:moveTo>
                <a:lnTo>
                  <a:pt x="0" y="108750"/>
                </a:lnTo>
                <a:lnTo>
                  <a:pt x="0" y="0"/>
                </a:lnTo>
                <a:close/>
              </a:path>
            </a:pathLst>
          </a:custGeom>
          <a:solidFill>
            <a:srgbClr val="C55D1F"/>
          </a:solidFill>
          <a:ln w="9525" cap="flat">
            <a:noFill/>
            <a:prstDash val="solid"/>
            <a:miter/>
          </a:ln>
        </p:spPr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BA1A0734-692E-0957-261F-D6502C35CD38}"/>
              </a:ext>
            </a:extLst>
          </p:cNvPr>
          <p:cNvSpPr/>
          <p:nvPr/>
        </p:nvSpPr>
        <p:spPr>
          <a:xfrm>
            <a:off x="9763125" y="2162175"/>
            <a:ext cx="276225" cy="619125"/>
          </a:xfrm>
          <a:prstGeom prst="rect">
            <a:avLst/>
          </a:prstGeom>
          <a:gradFill>
            <a:gsLst>
              <a:gs pos="0">
                <a:srgbClr val="FFF200"/>
              </a:gs>
              <a:gs pos="50000">
                <a:srgbClr val="EBAF0E"/>
              </a:gs>
              <a:gs pos="100000">
                <a:srgbClr val="D86C1D"/>
              </a:gs>
            </a:gsLst>
            <a:lin ang="5400000" scaled="1"/>
          </a:gradFill>
          <a:ln w="9525" cap="flat">
            <a:solidFill>
              <a:srgbClr val="B85F18"/>
            </a:solidFill>
            <a:prstDash val="solid"/>
            <a:miter/>
          </a:ln>
        </p:spPr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386AA169-CFB0-B6DD-A8D9-C47522FF8498}"/>
              </a:ext>
            </a:extLst>
          </p:cNvPr>
          <p:cNvSpPr txBox="1"/>
          <p:nvPr/>
        </p:nvSpPr>
        <p:spPr>
          <a:xfrm>
            <a:off x="10044341" y="2040720"/>
            <a:ext cx="523417" cy="386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10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r(t)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C64491F4-1AB6-2805-4B9B-E67A88904778}"/>
              </a:ext>
            </a:extLst>
          </p:cNvPr>
          <p:cNvSpPr txBox="1"/>
          <p:nvPr/>
        </p:nvSpPr>
        <p:spPr>
          <a:xfrm>
            <a:off x="8862060" y="2773107"/>
            <a:ext cx="1718018" cy="37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*Edge features</a:t>
            </a:r>
          </a:p>
        </p:txBody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098C5220-9CE5-CBC6-7131-3677D2893320}"/>
              </a:ext>
            </a:extLst>
          </p:cNvPr>
          <p:cNvSpPr/>
          <p:nvPr/>
        </p:nvSpPr>
        <p:spPr>
          <a:xfrm>
            <a:off x="10096500" y="1104900"/>
            <a:ext cx="914400" cy="9525"/>
          </a:xfrm>
          <a:custGeom>
            <a:avLst/>
            <a:gdLst>
              <a:gd name="csX0" fmla="*/ 0 w 914400"/>
              <a:gd name="csY0" fmla="*/ 0 h 9525"/>
              <a:gd name="csX1" fmla="*/ 914400 w 91440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8100" cap="rnd">
            <a:solidFill>
              <a:srgbClr val="4B9BD3"/>
            </a:solidFill>
            <a:prstDash val="solid"/>
            <a:miter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74E74BCE-B20A-F53B-D078-91B6D7F0731D}"/>
              </a:ext>
            </a:extLst>
          </p:cNvPr>
          <p:cNvSpPr/>
          <p:nvPr/>
        </p:nvSpPr>
        <p:spPr>
          <a:xfrm>
            <a:off x="11010900" y="1104900"/>
            <a:ext cx="9525" cy="257175"/>
          </a:xfrm>
          <a:custGeom>
            <a:avLst/>
            <a:gdLst>
              <a:gd name="csX0" fmla="*/ 0 w 9525"/>
              <a:gd name="csY0" fmla="*/ 0 h 257175"/>
              <a:gd name="csX1" fmla="*/ 0 w 9525"/>
              <a:gd name="csY1" fmla="*/ 257175 h 257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ln w="38100" cap="rnd">
            <a:solidFill>
              <a:srgbClr val="4B9BD3"/>
            </a:solidFill>
            <a:prstDash val="solid"/>
            <a:miter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0F9F3F8D-2BF4-E13F-85AC-BEFA7B621121}"/>
              </a:ext>
            </a:extLst>
          </p:cNvPr>
          <p:cNvSpPr/>
          <p:nvPr/>
        </p:nvSpPr>
        <p:spPr>
          <a:xfrm>
            <a:off x="10956525" y="1240314"/>
            <a:ext cx="108749" cy="121760"/>
          </a:xfrm>
          <a:custGeom>
            <a:avLst/>
            <a:gdLst>
              <a:gd name="csX0" fmla="*/ 54375 w 108749"/>
              <a:gd name="csY0" fmla="*/ 121760 h 121760"/>
              <a:gd name="csX1" fmla="*/ 0 w 108749"/>
              <a:gd name="csY1" fmla="*/ 0 h 121760"/>
              <a:gd name="csX2" fmla="*/ 108749 w 108749"/>
              <a:gd name="csY2" fmla="*/ 0 h 121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8749" h="121760">
                <a:moveTo>
                  <a:pt x="54375" y="121760"/>
                </a:moveTo>
                <a:lnTo>
                  <a:pt x="0" y="0"/>
                </a:lnTo>
                <a:lnTo>
                  <a:pt x="108749" y="0"/>
                </a:lnTo>
                <a:close/>
              </a:path>
            </a:pathLst>
          </a:custGeom>
          <a:solidFill>
            <a:srgbClr val="4B9BD3"/>
          </a:solidFill>
          <a:ln w="9525" cap="flat">
            <a:noFill/>
            <a:prstDash val="solid"/>
            <a:miter/>
          </a:ln>
        </p:spPr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503743C1-8A76-CF7F-9D56-C3351F9D457A}"/>
              </a:ext>
            </a:extLst>
          </p:cNvPr>
          <p:cNvSpPr/>
          <p:nvPr/>
        </p:nvSpPr>
        <p:spPr>
          <a:xfrm>
            <a:off x="11106150" y="1409700"/>
            <a:ext cx="1314450" cy="781050"/>
          </a:xfrm>
          <a:prstGeom prst="roundRect">
            <a:avLst>
              <a:gd name="adj" fmla="val 17073"/>
            </a:avLst>
          </a:prstGeom>
          <a:solidFill>
            <a:srgbClr val="F5F5F5"/>
          </a:solidFill>
          <a:ln w="19050" cap="flat">
            <a:solidFill>
              <a:srgbClr val="111111"/>
            </a:solidFill>
            <a:prstDash val="solid"/>
            <a:miter/>
          </a:ln>
        </p:spPr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55B6FB52-9A16-0AA2-451A-6B3038425B4B}"/>
              </a:ext>
            </a:extLst>
          </p:cNvPr>
          <p:cNvSpPr txBox="1"/>
          <p:nvPr/>
        </p:nvSpPr>
        <p:spPr>
          <a:xfrm>
            <a:off x="11307708" y="1439607"/>
            <a:ext cx="911333" cy="37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Concat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5CECDFFB-87FB-8751-1D04-589433989349}"/>
              </a:ext>
            </a:extLst>
          </p:cNvPr>
          <p:cNvSpPr txBox="1"/>
          <p:nvPr/>
        </p:nvSpPr>
        <p:spPr>
          <a:xfrm>
            <a:off x="11206865" y="1798446"/>
            <a:ext cx="1113018" cy="344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ψ(·) (opt.)</a:t>
            </a:r>
          </a:p>
        </p:txBody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D68E7297-EB31-176C-209E-489C29D2737B}"/>
              </a:ext>
            </a:extLst>
          </p:cNvPr>
          <p:cNvSpPr/>
          <p:nvPr/>
        </p:nvSpPr>
        <p:spPr>
          <a:xfrm>
            <a:off x="10077450" y="2609850"/>
            <a:ext cx="1543050" cy="9525"/>
          </a:xfrm>
          <a:custGeom>
            <a:avLst/>
            <a:gdLst>
              <a:gd name="csX0" fmla="*/ 0 w 1543050"/>
              <a:gd name="csY0" fmla="*/ 0 h 9525"/>
              <a:gd name="csX1" fmla="*/ 1543050 w 154305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43050" h="9525">
                <a:moveTo>
                  <a:pt x="0" y="0"/>
                </a:moveTo>
                <a:lnTo>
                  <a:pt x="1543050" y="0"/>
                </a:lnTo>
              </a:path>
            </a:pathLst>
          </a:custGeom>
          <a:ln w="38100" cap="rnd">
            <a:solidFill>
              <a:srgbClr val="DD8F55"/>
            </a:solidFill>
            <a:prstDash val="solid"/>
            <a:miter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B29814CF-9B1B-169D-55FB-05F0662231C7}"/>
              </a:ext>
            </a:extLst>
          </p:cNvPr>
          <p:cNvSpPr/>
          <p:nvPr/>
        </p:nvSpPr>
        <p:spPr>
          <a:xfrm>
            <a:off x="11620500" y="2209800"/>
            <a:ext cx="9525" cy="400050"/>
          </a:xfrm>
          <a:custGeom>
            <a:avLst/>
            <a:gdLst>
              <a:gd name="csX0" fmla="*/ 0 w 9525"/>
              <a:gd name="csY0" fmla="*/ 400050 h 400050"/>
              <a:gd name="csX1" fmla="*/ 0 w 9525"/>
              <a:gd name="csY1" fmla="*/ 0 h 400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400050">
                <a:moveTo>
                  <a:pt x="0" y="400050"/>
                </a:moveTo>
                <a:lnTo>
                  <a:pt x="0" y="0"/>
                </a:lnTo>
              </a:path>
            </a:pathLst>
          </a:custGeom>
          <a:ln w="38100" cap="rnd">
            <a:solidFill>
              <a:srgbClr val="DD8F55"/>
            </a:solidFill>
            <a:prstDash val="solid"/>
            <a:miter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EE4621A9-AC05-F030-7200-36C0A0CA8271}"/>
              </a:ext>
            </a:extLst>
          </p:cNvPr>
          <p:cNvSpPr/>
          <p:nvPr/>
        </p:nvSpPr>
        <p:spPr>
          <a:xfrm>
            <a:off x="11566125" y="2209800"/>
            <a:ext cx="108749" cy="121760"/>
          </a:xfrm>
          <a:custGeom>
            <a:avLst/>
            <a:gdLst>
              <a:gd name="csX0" fmla="*/ 54375 w 108749"/>
              <a:gd name="csY0" fmla="*/ 0 h 121760"/>
              <a:gd name="csX1" fmla="*/ 108749 w 108749"/>
              <a:gd name="csY1" fmla="*/ 121760 h 121760"/>
              <a:gd name="csX2" fmla="*/ 0 w 108749"/>
              <a:gd name="csY2" fmla="*/ 121760 h 121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8749" h="121760">
                <a:moveTo>
                  <a:pt x="54375" y="0"/>
                </a:moveTo>
                <a:lnTo>
                  <a:pt x="108749" y="121760"/>
                </a:lnTo>
                <a:lnTo>
                  <a:pt x="0" y="121760"/>
                </a:lnTo>
                <a:close/>
              </a:path>
            </a:pathLst>
          </a:custGeom>
          <a:solidFill>
            <a:srgbClr val="DD8F55"/>
          </a:solidFill>
          <a:ln w="9525" cap="flat">
            <a:noFill/>
            <a:prstDash val="solid"/>
            <a:miter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A1CD6F65-89DB-94A0-1549-28C435CF9CC7}"/>
              </a:ext>
            </a:extLst>
          </p:cNvPr>
          <p:cNvSpPr/>
          <p:nvPr/>
        </p:nvSpPr>
        <p:spPr>
          <a:xfrm>
            <a:off x="12420600" y="1809750"/>
            <a:ext cx="552450" cy="9525"/>
          </a:xfrm>
          <a:custGeom>
            <a:avLst/>
            <a:gdLst>
              <a:gd name="csX0" fmla="*/ 0 w 552450"/>
              <a:gd name="csY0" fmla="*/ 0 h 9525"/>
              <a:gd name="csX1" fmla="*/ 552450 w 55245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ln w="38100" cap="rnd">
            <a:solidFill>
              <a:srgbClr val="111111"/>
            </a:solidFill>
            <a:prstDash val="solid"/>
            <a:miter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F012DCC4-0C44-567B-2604-9B3391F14463}"/>
              </a:ext>
            </a:extLst>
          </p:cNvPr>
          <p:cNvSpPr/>
          <p:nvPr/>
        </p:nvSpPr>
        <p:spPr>
          <a:xfrm>
            <a:off x="12851289" y="1755375"/>
            <a:ext cx="121760" cy="108749"/>
          </a:xfrm>
          <a:custGeom>
            <a:avLst/>
            <a:gdLst>
              <a:gd name="csX0" fmla="*/ 121760 w 121760"/>
              <a:gd name="csY0" fmla="*/ 54375 h 108749"/>
              <a:gd name="csX1" fmla="*/ 0 w 121760"/>
              <a:gd name="csY1" fmla="*/ 108750 h 108749"/>
              <a:gd name="csX2" fmla="*/ 0 w 121760"/>
              <a:gd name="csY2" fmla="*/ 0 h 108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760" h="108749">
                <a:moveTo>
                  <a:pt x="121760" y="54375"/>
                </a:moveTo>
                <a:lnTo>
                  <a:pt x="0" y="10875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9525" cap="flat">
            <a:noFill/>
            <a:prstDash val="solid"/>
            <a:miter/>
          </a:ln>
        </p:spPr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85427469-7C83-7500-3782-6FA0768F5D9B}"/>
              </a:ext>
            </a:extLst>
          </p:cNvPr>
          <p:cNvSpPr/>
          <p:nvPr/>
        </p:nvSpPr>
        <p:spPr>
          <a:xfrm>
            <a:off x="13039725" y="1038225"/>
            <a:ext cx="257175" cy="1609725"/>
          </a:xfrm>
          <a:prstGeom prst="rect">
            <a:avLst/>
          </a:prstGeom>
          <a:gradFill>
            <a:gsLst>
              <a:gs pos="0">
                <a:srgbClr val="20A6D9"/>
              </a:gs>
              <a:gs pos="50000">
                <a:srgbClr val="FFF200"/>
              </a:gs>
              <a:gs pos="100000">
                <a:srgbClr val="C96A22"/>
              </a:gs>
            </a:gsLst>
            <a:lin ang="5400000" scaled="1"/>
          </a:gradFill>
          <a:ln w="9525" cap="flat">
            <a:solidFill>
              <a:srgbClr val="111111"/>
            </a:solidFill>
            <a:prstDash val="solid"/>
            <a:miter/>
          </a:ln>
        </p:spPr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D0F0D623-F18F-B9F3-586F-9E142F1994F9}"/>
              </a:ext>
            </a:extLst>
          </p:cNvPr>
          <p:cNvSpPr/>
          <p:nvPr/>
        </p:nvSpPr>
        <p:spPr>
          <a:xfrm>
            <a:off x="1104900" y="4124325"/>
            <a:ext cx="381000" cy="381000"/>
          </a:xfrm>
          <a:prstGeom prst="ellipse">
            <a:avLst/>
          </a:prstGeom>
          <a:solidFill>
            <a:srgbClr val="FFFFFF"/>
          </a:solidFill>
          <a:ln w="19050" cap="flat">
            <a:solidFill>
              <a:srgbClr val="111111"/>
            </a:solidFill>
            <a:prstDash val="solid"/>
            <a:miter/>
          </a:ln>
        </p:spPr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6C18280C-6EA8-8885-A984-A39812AFADB0}"/>
              </a:ext>
            </a:extLst>
          </p:cNvPr>
          <p:cNvSpPr txBox="1"/>
          <p:nvPr/>
        </p:nvSpPr>
        <p:spPr>
          <a:xfrm>
            <a:off x="1089660" y="4141596"/>
            <a:ext cx="411480" cy="344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v1</a:t>
            </a:r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17FAFEBE-596E-5813-646C-9C2ADE1D2634}"/>
              </a:ext>
            </a:extLst>
          </p:cNvPr>
          <p:cNvSpPr/>
          <p:nvPr/>
        </p:nvSpPr>
        <p:spPr>
          <a:xfrm>
            <a:off x="2514600" y="3838575"/>
            <a:ext cx="381000" cy="381000"/>
          </a:xfrm>
          <a:prstGeom prst="ellipse">
            <a:avLst/>
          </a:prstGeom>
          <a:solidFill>
            <a:srgbClr val="FFFFFF"/>
          </a:solidFill>
          <a:ln w="19050" cap="flat">
            <a:solidFill>
              <a:srgbClr val="111111"/>
            </a:solidFill>
            <a:prstDash val="solid"/>
            <a:miter/>
          </a:ln>
        </p:spPr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6BBA88B8-8AAF-1D49-1086-012A0E8FE426}"/>
              </a:ext>
            </a:extLst>
          </p:cNvPr>
          <p:cNvSpPr txBox="1"/>
          <p:nvPr/>
        </p:nvSpPr>
        <p:spPr>
          <a:xfrm>
            <a:off x="2499360" y="3855846"/>
            <a:ext cx="411480" cy="344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v2</a:t>
            </a: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8549CE48-CB02-B6F2-19A1-FE49C53C8DC2}"/>
              </a:ext>
            </a:extLst>
          </p:cNvPr>
          <p:cNvSpPr/>
          <p:nvPr/>
        </p:nvSpPr>
        <p:spPr>
          <a:xfrm>
            <a:off x="2238375" y="4724400"/>
            <a:ext cx="381000" cy="381000"/>
          </a:xfrm>
          <a:prstGeom prst="ellipse">
            <a:avLst/>
          </a:prstGeom>
          <a:solidFill>
            <a:srgbClr val="FFFFFF"/>
          </a:solidFill>
          <a:ln w="19050" cap="flat">
            <a:solidFill>
              <a:srgbClr val="111111"/>
            </a:solidFill>
            <a:prstDash val="solid"/>
            <a:miter/>
          </a:ln>
        </p:spPr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8C1B282-AC02-8B08-7331-31FAE65B0815}"/>
              </a:ext>
            </a:extLst>
          </p:cNvPr>
          <p:cNvSpPr txBox="1"/>
          <p:nvPr/>
        </p:nvSpPr>
        <p:spPr>
          <a:xfrm>
            <a:off x="2223135" y="4741671"/>
            <a:ext cx="411480" cy="344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v3</a:t>
            </a:r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F81B237D-5619-926F-BEEA-E1E1874AE0A1}"/>
              </a:ext>
            </a:extLst>
          </p:cNvPr>
          <p:cNvSpPr/>
          <p:nvPr/>
        </p:nvSpPr>
        <p:spPr>
          <a:xfrm>
            <a:off x="885825" y="4781550"/>
            <a:ext cx="381000" cy="381000"/>
          </a:xfrm>
          <a:prstGeom prst="ellipse">
            <a:avLst/>
          </a:prstGeom>
          <a:solidFill>
            <a:srgbClr val="FFFFFF"/>
          </a:solidFill>
          <a:ln w="19050" cap="flat">
            <a:solidFill>
              <a:srgbClr val="111111"/>
            </a:solidFill>
            <a:prstDash val="solid"/>
            <a:miter/>
          </a:ln>
        </p:spPr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6DEC13E9-F686-A19B-6AE8-BA31AFA4D65D}"/>
              </a:ext>
            </a:extLst>
          </p:cNvPr>
          <p:cNvSpPr txBox="1"/>
          <p:nvPr/>
        </p:nvSpPr>
        <p:spPr>
          <a:xfrm>
            <a:off x="870585" y="4798821"/>
            <a:ext cx="411480" cy="344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v4</a:t>
            </a:r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BA57DD51-AF4F-554E-0FEF-9394A99BE6D3}"/>
              </a:ext>
            </a:extLst>
          </p:cNvPr>
          <p:cNvSpPr/>
          <p:nvPr/>
        </p:nvSpPr>
        <p:spPr>
          <a:xfrm>
            <a:off x="1543050" y="5467350"/>
            <a:ext cx="381000" cy="381000"/>
          </a:xfrm>
          <a:prstGeom prst="ellipse">
            <a:avLst/>
          </a:prstGeom>
          <a:solidFill>
            <a:srgbClr val="FFFFFF"/>
          </a:solidFill>
          <a:ln w="19050" cap="flat">
            <a:solidFill>
              <a:srgbClr val="111111"/>
            </a:solidFill>
            <a:prstDash val="solid"/>
            <a:miter/>
          </a:ln>
        </p:spPr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A8DA6361-A76B-98AE-BDDB-30EC5E76D3FC}"/>
              </a:ext>
            </a:extLst>
          </p:cNvPr>
          <p:cNvSpPr txBox="1"/>
          <p:nvPr/>
        </p:nvSpPr>
        <p:spPr>
          <a:xfrm>
            <a:off x="1527810" y="5484621"/>
            <a:ext cx="411480" cy="344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v5</a:t>
            </a:r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429AA816-EC36-B0C9-9E9C-03143C51B9D9}"/>
              </a:ext>
            </a:extLst>
          </p:cNvPr>
          <p:cNvSpPr/>
          <p:nvPr/>
        </p:nvSpPr>
        <p:spPr>
          <a:xfrm>
            <a:off x="581025" y="6057900"/>
            <a:ext cx="381000" cy="381000"/>
          </a:xfrm>
          <a:prstGeom prst="ellipse">
            <a:avLst/>
          </a:prstGeom>
          <a:solidFill>
            <a:srgbClr val="FFFFFF"/>
          </a:solidFill>
          <a:ln w="19050" cap="flat">
            <a:solidFill>
              <a:srgbClr val="111111"/>
            </a:solidFill>
            <a:prstDash val="solid"/>
            <a:miter/>
          </a:ln>
        </p:spPr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2076B3A5-9374-EDB7-5CE4-B26223CADA59}"/>
              </a:ext>
            </a:extLst>
          </p:cNvPr>
          <p:cNvSpPr txBox="1"/>
          <p:nvPr/>
        </p:nvSpPr>
        <p:spPr>
          <a:xfrm>
            <a:off x="565785" y="6075171"/>
            <a:ext cx="411480" cy="344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v6</a:t>
            </a:r>
          </a:p>
        </p:txBody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1D78D74B-FD4B-237C-8949-3595513C6FBE}"/>
              </a:ext>
            </a:extLst>
          </p:cNvPr>
          <p:cNvSpPr/>
          <p:nvPr/>
        </p:nvSpPr>
        <p:spPr>
          <a:xfrm>
            <a:off x="1123950" y="4514850"/>
            <a:ext cx="114300" cy="266700"/>
          </a:xfrm>
          <a:custGeom>
            <a:avLst/>
            <a:gdLst>
              <a:gd name="csX0" fmla="*/ 114300 w 114300"/>
              <a:gd name="csY0" fmla="*/ 0 h 266700"/>
              <a:gd name="csX1" fmla="*/ 0 w 114300"/>
              <a:gd name="csY1" fmla="*/ 266700 h 266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4300" h="266700">
                <a:moveTo>
                  <a:pt x="114300" y="0"/>
                </a:moveTo>
                <a:lnTo>
                  <a:pt x="0" y="266700"/>
                </a:lnTo>
              </a:path>
            </a:pathLst>
          </a:custGeom>
          <a:ln w="28575" cap="rnd">
            <a:solidFill>
              <a:srgbClr val="D7191C"/>
            </a:solidFill>
            <a:prstDash val="solid"/>
            <a:miter/>
          </a:ln>
        </p:spPr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C98810FA-3147-C572-A661-620F0882D810}"/>
              </a:ext>
            </a:extLst>
          </p:cNvPr>
          <p:cNvSpPr/>
          <p:nvPr/>
        </p:nvSpPr>
        <p:spPr>
          <a:xfrm>
            <a:off x="1476375" y="4448175"/>
            <a:ext cx="800100" cy="342900"/>
          </a:xfrm>
          <a:custGeom>
            <a:avLst/>
            <a:gdLst>
              <a:gd name="csX0" fmla="*/ 0 w 800100"/>
              <a:gd name="csY0" fmla="*/ 0 h 342900"/>
              <a:gd name="csX1" fmla="*/ 800100 w 800100"/>
              <a:gd name="csY1" fmla="*/ 342900 h 342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00100" h="342900">
                <a:moveTo>
                  <a:pt x="0" y="0"/>
                </a:moveTo>
                <a:lnTo>
                  <a:pt x="800100" y="342900"/>
                </a:lnTo>
              </a:path>
            </a:pathLst>
          </a:custGeom>
          <a:ln w="28575" cap="rnd">
            <a:solidFill>
              <a:srgbClr val="F0B000"/>
            </a:solidFill>
            <a:prstDash val="solid"/>
            <a:miter/>
          </a:ln>
        </p:spPr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DE859A7A-DE88-D446-2CC1-F50A3D2E8B07}"/>
              </a:ext>
            </a:extLst>
          </p:cNvPr>
          <p:cNvSpPr/>
          <p:nvPr/>
        </p:nvSpPr>
        <p:spPr>
          <a:xfrm>
            <a:off x="1257300" y="4972050"/>
            <a:ext cx="981075" cy="133350"/>
          </a:xfrm>
          <a:custGeom>
            <a:avLst/>
            <a:gdLst>
              <a:gd name="csX0" fmla="*/ 0 w 981075"/>
              <a:gd name="csY0" fmla="*/ 133350 h 133350"/>
              <a:gd name="csX1" fmla="*/ 981075 w 981075"/>
              <a:gd name="csY1" fmla="*/ 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81075" h="133350">
                <a:moveTo>
                  <a:pt x="0" y="133350"/>
                </a:moveTo>
                <a:lnTo>
                  <a:pt x="981075" y="0"/>
                </a:lnTo>
              </a:path>
            </a:pathLst>
          </a:custGeom>
          <a:ln w="28575" cap="rnd">
            <a:solidFill>
              <a:srgbClr val="3F74C4"/>
            </a:solidFill>
            <a:prstDash val="solid"/>
            <a:miter/>
          </a:ln>
        </p:spPr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B8BDB083-1955-9980-0746-5D8137ADB8C1}"/>
              </a:ext>
            </a:extLst>
          </p:cNvPr>
          <p:cNvSpPr/>
          <p:nvPr/>
        </p:nvSpPr>
        <p:spPr>
          <a:xfrm>
            <a:off x="1152525" y="5143500"/>
            <a:ext cx="504825" cy="361950"/>
          </a:xfrm>
          <a:custGeom>
            <a:avLst/>
            <a:gdLst>
              <a:gd name="csX0" fmla="*/ 0 w 504825"/>
              <a:gd name="csY0" fmla="*/ 0 h 361950"/>
              <a:gd name="csX1" fmla="*/ 504825 w 504825"/>
              <a:gd name="csY1" fmla="*/ 3619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04825" h="361950">
                <a:moveTo>
                  <a:pt x="0" y="0"/>
                </a:moveTo>
                <a:lnTo>
                  <a:pt x="504825" y="361950"/>
                </a:lnTo>
              </a:path>
            </a:pathLst>
          </a:custGeom>
          <a:ln w="28575" cap="rnd">
            <a:solidFill>
              <a:srgbClr val="333333"/>
            </a:solidFill>
            <a:prstDash val="solid"/>
            <a:miter/>
          </a:ln>
        </p:spPr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B73BFDF5-03D3-429C-3B94-A1C5B81013E4}"/>
              </a:ext>
            </a:extLst>
          </p:cNvPr>
          <p:cNvSpPr/>
          <p:nvPr/>
        </p:nvSpPr>
        <p:spPr>
          <a:xfrm>
            <a:off x="819150" y="5143500"/>
            <a:ext cx="161925" cy="904875"/>
          </a:xfrm>
          <a:custGeom>
            <a:avLst/>
            <a:gdLst>
              <a:gd name="csX0" fmla="*/ 161925 w 161925"/>
              <a:gd name="csY0" fmla="*/ 0 h 904875"/>
              <a:gd name="csX1" fmla="*/ 0 w 161925"/>
              <a:gd name="csY1" fmla="*/ 904875 h 904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1925" h="904875">
                <a:moveTo>
                  <a:pt x="161925" y="0"/>
                </a:moveTo>
                <a:lnTo>
                  <a:pt x="0" y="904875"/>
                </a:lnTo>
              </a:path>
            </a:pathLst>
          </a:custGeom>
          <a:ln w="28575" cap="rnd">
            <a:solidFill>
              <a:srgbClr val="2FBF6A"/>
            </a:solidFill>
            <a:prstDash val="solid"/>
            <a:miter/>
          </a:ln>
        </p:spPr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A85FBBC4-B847-6B22-A6A6-FF58463C3C16}"/>
              </a:ext>
            </a:extLst>
          </p:cNvPr>
          <p:cNvSpPr/>
          <p:nvPr/>
        </p:nvSpPr>
        <p:spPr>
          <a:xfrm>
            <a:off x="2552700" y="4229100"/>
            <a:ext cx="76200" cy="523875"/>
          </a:xfrm>
          <a:custGeom>
            <a:avLst/>
            <a:gdLst>
              <a:gd name="csX0" fmla="*/ 0 w 76200"/>
              <a:gd name="csY0" fmla="*/ 523875 h 523875"/>
              <a:gd name="csX1" fmla="*/ 76200 w 76200"/>
              <a:gd name="csY1" fmla="*/ 0 h 523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6200" h="523875">
                <a:moveTo>
                  <a:pt x="0" y="523875"/>
                </a:moveTo>
                <a:lnTo>
                  <a:pt x="76200" y="0"/>
                </a:lnTo>
              </a:path>
            </a:pathLst>
          </a:custGeom>
          <a:ln w="28575" cap="rnd">
            <a:solidFill>
              <a:srgbClr val="8B50B9"/>
            </a:solidFill>
            <a:prstDash val="solid"/>
            <a:miter/>
          </a:ln>
        </p:spPr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1914F6EF-340F-E089-6E1C-856C5C68C6F2}"/>
              </a:ext>
            </a:extLst>
          </p:cNvPr>
          <p:cNvSpPr txBox="1"/>
          <p:nvPr/>
        </p:nvSpPr>
        <p:spPr>
          <a:xfrm>
            <a:off x="1470122" y="4567956"/>
            <a:ext cx="412554" cy="418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3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t2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20890886-EF63-8B6A-2937-9B027DB9931C}"/>
              </a:ext>
            </a:extLst>
          </p:cNvPr>
          <p:cNvSpPr txBox="1"/>
          <p:nvPr/>
        </p:nvSpPr>
        <p:spPr>
          <a:xfrm rot="18000000">
            <a:off x="778519" y="4396592"/>
            <a:ext cx="353283" cy="334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7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t1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42D8F99A-9F64-2238-CE1F-D09488DB4757}"/>
              </a:ext>
            </a:extLst>
          </p:cNvPr>
          <p:cNvSpPr txBox="1"/>
          <p:nvPr/>
        </p:nvSpPr>
        <p:spPr>
          <a:xfrm rot="19200000">
            <a:off x="1737995" y="4348352"/>
            <a:ext cx="353283" cy="334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7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t1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4A426B8F-5458-A861-CF46-C62C6D0D86B3}"/>
              </a:ext>
            </a:extLst>
          </p:cNvPr>
          <p:cNvSpPr txBox="1"/>
          <p:nvPr/>
        </p:nvSpPr>
        <p:spPr>
          <a:xfrm rot="3120000">
            <a:off x="1319880" y="5169093"/>
            <a:ext cx="353283" cy="334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7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t3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4621A70-41B7-7EF1-CDD3-3C22155A09E8}"/>
              </a:ext>
            </a:extLst>
          </p:cNvPr>
          <p:cNvSpPr txBox="1"/>
          <p:nvPr/>
        </p:nvSpPr>
        <p:spPr>
          <a:xfrm rot="3720000">
            <a:off x="724582" y="5545889"/>
            <a:ext cx="594064" cy="3129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7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t4, t2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14F2F353-7820-2FE4-E577-CF2F142E4984}"/>
              </a:ext>
            </a:extLst>
          </p:cNvPr>
          <p:cNvSpPr txBox="1"/>
          <p:nvPr/>
        </p:nvSpPr>
        <p:spPr>
          <a:xfrm rot="18120000">
            <a:off x="2188909" y="4332135"/>
            <a:ext cx="594064" cy="3129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7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t5, t6</a:t>
            </a: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F552D5B9-4DD2-F37F-2E6C-1111E62E79A0}"/>
              </a:ext>
            </a:extLst>
          </p:cNvPr>
          <p:cNvSpPr txBox="1"/>
          <p:nvPr/>
        </p:nvSpPr>
        <p:spPr>
          <a:xfrm>
            <a:off x="4217120" y="4023994"/>
            <a:ext cx="309709" cy="407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2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?</a:t>
            </a:r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6DC09BEB-20BB-3BBC-CC57-3BC33C2C5925}"/>
              </a:ext>
            </a:extLst>
          </p:cNvPr>
          <p:cNvSpPr/>
          <p:nvPr/>
        </p:nvSpPr>
        <p:spPr>
          <a:xfrm>
            <a:off x="4819650" y="4086225"/>
            <a:ext cx="476250" cy="476250"/>
          </a:xfrm>
          <a:prstGeom prst="ellipse">
            <a:avLst/>
          </a:prstGeom>
          <a:solidFill>
            <a:srgbClr val="FFFFFF"/>
          </a:solidFill>
          <a:ln w="19050" cap="flat">
            <a:solidFill>
              <a:srgbClr val="111111"/>
            </a:solidFill>
            <a:prstDash val="solid"/>
            <a:miter/>
          </a:ln>
        </p:spPr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E19A29FB-DEDA-C5D8-817D-64BA3E24ABEB}"/>
              </a:ext>
            </a:extLst>
          </p:cNvPr>
          <p:cNvSpPr/>
          <p:nvPr/>
        </p:nvSpPr>
        <p:spPr>
          <a:xfrm>
            <a:off x="4857750" y="4123150"/>
            <a:ext cx="419100" cy="204106"/>
          </a:xfrm>
          <a:custGeom>
            <a:avLst/>
            <a:gdLst>
              <a:gd name="csX0" fmla="*/ 0 w 419100"/>
              <a:gd name="csY0" fmla="*/ 144050 h 204106"/>
              <a:gd name="csX1" fmla="*/ 419100 w 419100"/>
              <a:gd name="csY1" fmla="*/ 182150 h 204106"/>
              <a:gd name="csX2" fmla="*/ 0 w 419100"/>
              <a:gd name="csY2" fmla="*/ 144050 h 204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9100" h="204106">
                <a:moveTo>
                  <a:pt x="0" y="144050"/>
                </a:moveTo>
                <a:cubicBezTo>
                  <a:pt x="152400" y="-84550"/>
                  <a:pt x="342900" y="-17875"/>
                  <a:pt x="419100" y="182150"/>
                </a:cubicBezTo>
                <a:cubicBezTo>
                  <a:pt x="295275" y="77375"/>
                  <a:pt x="142875" y="305975"/>
                  <a:pt x="0" y="144050"/>
                </a:cubicBezTo>
                <a:close/>
              </a:path>
            </a:pathLst>
          </a:custGeom>
          <a:solidFill>
            <a:srgbClr val="111111"/>
          </a:solidFill>
          <a:ln w="19050" cap="rnd">
            <a:solidFill>
              <a:srgbClr val="111111"/>
            </a:solidFill>
            <a:prstDash val="solid"/>
            <a:round/>
          </a:ln>
        </p:spPr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4F2D7C62-A271-A5AE-F6E9-BCA31C95E45A}"/>
              </a:ext>
            </a:extLst>
          </p:cNvPr>
          <p:cNvSpPr/>
          <p:nvPr/>
        </p:nvSpPr>
        <p:spPr>
          <a:xfrm>
            <a:off x="3924300" y="5114925"/>
            <a:ext cx="361950" cy="361950"/>
          </a:xfrm>
          <a:prstGeom prst="ellipse">
            <a:avLst/>
          </a:prstGeom>
          <a:solidFill>
            <a:srgbClr val="FFF1DF"/>
          </a:solidFill>
          <a:ln w="19050" cap="flat">
            <a:solidFill>
              <a:srgbClr val="111111"/>
            </a:solidFill>
            <a:prstDash val="solid"/>
            <a:miter/>
          </a:ln>
        </p:spPr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6E417474-11CE-55D7-916D-A7342F26E62E}"/>
              </a:ext>
            </a:extLst>
          </p:cNvPr>
          <p:cNvSpPr txBox="1"/>
          <p:nvPr/>
        </p:nvSpPr>
        <p:spPr>
          <a:xfrm>
            <a:off x="3880485" y="5364945"/>
            <a:ext cx="449580" cy="386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10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vu</a:t>
            </a:r>
          </a:p>
        </p:txBody>
      </p:sp>
      <p:sp>
        <p:nvSpPr>
          <p:cNvPr id="148" name="任意多边形: 形状 147">
            <a:extLst>
              <a:ext uri="{FF2B5EF4-FFF2-40B4-BE49-F238E27FC236}">
                <a16:creationId xmlns:a16="http://schemas.microsoft.com/office/drawing/2014/main" id="{6591B869-8286-24C2-E73B-24D9136BFD22}"/>
              </a:ext>
            </a:extLst>
          </p:cNvPr>
          <p:cNvSpPr/>
          <p:nvPr/>
        </p:nvSpPr>
        <p:spPr>
          <a:xfrm>
            <a:off x="4371975" y="4552950"/>
            <a:ext cx="495300" cy="666750"/>
          </a:xfrm>
          <a:custGeom>
            <a:avLst/>
            <a:gdLst>
              <a:gd name="csX0" fmla="*/ 0 w 495300"/>
              <a:gd name="csY0" fmla="*/ 666750 h 666750"/>
              <a:gd name="csX1" fmla="*/ 495300 w 495300"/>
              <a:gd name="csY1" fmla="*/ 0 h 666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95300" h="666750">
                <a:moveTo>
                  <a:pt x="0" y="666750"/>
                </a:moveTo>
                <a:lnTo>
                  <a:pt x="495300" y="0"/>
                </a:lnTo>
              </a:path>
            </a:pathLst>
          </a:custGeom>
          <a:ln w="38100" cap="rnd">
            <a:solidFill>
              <a:srgbClr val="111111"/>
            </a:solidFill>
            <a:custDash>
              <a:ds d="750000" sp="600000"/>
            </a:custDash>
            <a:miter/>
          </a:ln>
        </p:spPr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715B1BA4-1604-761A-94DD-36B7C11CA1EC}"/>
              </a:ext>
            </a:extLst>
          </p:cNvPr>
          <p:cNvSpPr/>
          <p:nvPr/>
        </p:nvSpPr>
        <p:spPr>
          <a:xfrm>
            <a:off x="4371975" y="5162550"/>
            <a:ext cx="695325" cy="200025"/>
          </a:xfrm>
          <a:custGeom>
            <a:avLst/>
            <a:gdLst>
              <a:gd name="csX0" fmla="*/ 0 w 695325"/>
              <a:gd name="csY0" fmla="*/ 200025 h 200025"/>
              <a:gd name="csX1" fmla="*/ 695325 w 695325"/>
              <a:gd name="csY1" fmla="*/ 0 h 2000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5325" h="200025">
                <a:moveTo>
                  <a:pt x="0" y="200025"/>
                </a:moveTo>
                <a:lnTo>
                  <a:pt x="695325" y="0"/>
                </a:lnTo>
              </a:path>
            </a:pathLst>
          </a:custGeom>
          <a:ln w="38100" cap="rnd">
            <a:solidFill>
              <a:srgbClr val="111111"/>
            </a:solidFill>
            <a:custDash>
              <a:ds d="750000" sp="600000"/>
            </a:custDash>
            <a:miter/>
          </a:ln>
        </p:spPr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BD798503-AF84-D7CC-2B8C-5F811A271BE4}"/>
              </a:ext>
            </a:extLst>
          </p:cNvPr>
          <p:cNvSpPr/>
          <p:nvPr/>
        </p:nvSpPr>
        <p:spPr>
          <a:xfrm>
            <a:off x="4391025" y="5457825"/>
            <a:ext cx="619125" cy="695325"/>
          </a:xfrm>
          <a:custGeom>
            <a:avLst/>
            <a:gdLst>
              <a:gd name="csX0" fmla="*/ 0 w 619125"/>
              <a:gd name="csY0" fmla="*/ 0 h 695325"/>
              <a:gd name="csX1" fmla="*/ 619125 w 619125"/>
              <a:gd name="csY1" fmla="*/ 695325 h 695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19125" h="695325">
                <a:moveTo>
                  <a:pt x="0" y="0"/>
                </a:moveTo>
                <a:lnTo>
                  <a:pt x="619125" y="695325"/>
                </a:lnTo>
              </a:path>
            </a:pathLst>
          </a:custGeom>
          <a:ln w="38100" cap="rnd">
            <a:solidFill>
              <a:srgbClr val="111111"/>
            </a:solidFill>
            <a:custDash>
              <a:ds d="750000" sp="600000"/>
            </a:custDash>
            <a:miter/>
          </a:ln>
        </p:spPr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95DDC433-E867-104B-2D10-9F2611E3DECD}"/>
              </a:ext>
            </a:extLst>
          </p:cNvPr>
          <p:cNvSpPr/>
          <p:nvPr/>
        </p:nvSpPr>
        <p:spPr>
          <a:xfrm>
            <a:off x="4333875" y="4552950"/>
            <a:ext cx="152400" cy="152400"/>
          </a:xfrm>
          <a:prstGeom prst="rect">
            <a:avLst/>
          </a:prstGeom>
          <a:solidFill>
            <a:srgbClr val="D9F0C3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A7508590-B53B-EB72-EBA4-80F586F7ACAF}"/>
              </a:ext>
            </a:extLst>
          </p:cNvPr>
          <p:cNvSpPr/>
          <p:nvPr/>
        </p:nvSpPr>
        <p:spPr>
          <a:xfrm>
            <a:off x="4486275" y="4552950"/>
            <a:ext cx="152400" cy="152400"/>
          </a:xfrm>
          <a:prstGeom prst="rect">
            <a:avLst/>
          </a:prstGeom>
          <a:solidFill>
            <a:srgbClr val="95C56F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A09EC651-96BB-DBF5-7CDE-4ED764ACBD03}"/>
              </a:ext>
            </a:extLst>
          </p:cNvPr>
          <p:cNvSpPr/>
          <p:nvPr/>
        </p:nvSpPr>
        <p:spPr>
          <a:xfrm>
            <a:off x="4638675" y="4552950"/>
            <a:ext cx="152400" cy="152400"/>
          </a:xfrm>
          <a:prstGeom prst="rect">
            <a:avLst/>
          </a:prstGeom>
          <a:solidFill>
            <a:srgbClr val="F6F6F6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0137030E-1DB5-27A0-7055-8CA55AD7E0A3}"/>
              </a:ext>
            </a:extLst>
          </p:cNvPr>
          <p:cNvSpPr/>
          <p:nvPr/>
        </p:nvSpPr>
        <p:spPr>
          <a:xfrm>
            <a:off x="4791075" y="4552950"/>
            <a:ext cx="152400" cy="152400"/>
          </a:xfrm>
          <a:prstGeom prst="rect">
            <a:avLst/>
          </a:prstGeom>
          <a:solidFill>
            <a:srgbClr val="C8E6B9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A7944E76-9B69-A50B-EDBA-A5FFF62DD248}"/>
              </a:ext>
            </a:extLst>
          </p:cNvPr>
          <p:cNvSpPr/>
          <p:nvPr/>
        </p:nvSpPr>
        <p:spPr>
          <a:xfrm>
            <a:off x="4943475" y="4552950"/>
            <a:ext cx="152400" cy="152400"/>
          </a:xfrm>
          <a:prstGeom prst="rect">
            <a:avLst/>
          </a:prstGeom>
          <a:solidFill>
            <a:srgbClr val="8FBF6B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16994382-BD45-B9D6-67F4-A3FC68FECF7D}"/>
              </a:ext>
            </a:extLst>
          </p:cNvPr>
          <p:cNvSpPr txBox="1"/>
          <p:nvPr/>
        </p:nvSpPr>
        <p:spPr>
          <a:xfrm>
            <a:off x="5390197" y="4357560"/>
            <a:ext cx="382905" cy="3129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7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v1</a:t>
            </a: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C62F5299-248E-E92B-82A0-6F2051C9AACB}"/>
              </a:ext>
            </a:extLst>
          </p:cNvPr>
          <p:cNvSpPr/>
          <p:nvPr/>
        </p:nvSpPr>
        <p:spPr>
          <a:xfrm>
            <a:off x="4762500" y="5600700"/>
            <a:ext cx="152400" cy="152400"/>
          </a:xfrm>
          <a:prstGeom prst="rect">
            <a:avLst/>
          </a:prstGeom>
          <a:solidFill>
            <a:srgbClr val="D9F0C3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6763C652-A17E-186D-2B6A-0A9A87CAFB87}"/>
              </a:ext>
            </a:extLst>
          </p:cNvPr>
          <p:cNvSpPr/>
          <p:nvPr/>
        </p:nvSpPr>
        <p:spPr>
          <a:xfrm>
            <a:off x="4914900" y="5600700"/>
            <a:ext cx="152400" cy="152400"/>
          </a:xfrm>
          <a:prstGeom prst="rect">
            <a:avLst/>
          </a:prstGeom>
          <a:solidFill>
            <a:srgbClr val="95C56F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9EC60572-D419-FC0C-FE12-DCC9E56E69AD}"/>
              </a:ext>
            </a:extLst>
          </p:cNvPr>
          <p:cNvSpPr/>
          <p:nvPr/>
        </p:nvSpPr>
        <p:spPr>
          <a:xfrm>
            <a:off x="5067300" y="5600700"/>
            <a:ext cx="152400" cy="152400"/>
          </a:xfrm>
          <a:prstGeom prst="rect">
            <a:avLst/>
          </a:prstGeom>
          <a:solidFill>
            <a:srgbClr val="F6F6F6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D9A3534D-5E36-BBEA-D376-7529B416285A}"/>
              </a:ext>
            </a:extLst>
          </p:cNvPr>
          <p:cNvSpPr/>
          <p:nvPr/>
        </p:nvSpPr>
        <p:spPr>
          <a:xfrm>
            <a:off x="5219700" y="5600700"/>
            <a:ext cx="152400" cy="152400"/>
          </a:xfrm>
          <a:prstGeom prst="rect">
            <a:avLst/>
          </a:prstGeom>
          <a:solidFill>
            <a:srgbClr val="C8E6B9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D9D6EA16-CB80-EBE2-91BB-17A93E0211DC}"/>
              </a:ext>
            </a:extLst>
          </p:cNvPr>
          <p:cNvSpPr/>
          <p:nvPr/>
        </p:nvSpPr>
        <p:spPr>
          <a:xfrm>
            <a:off x="5372100" y="5600700"/>
            <a:ext cx="152400" cy="152400"/>
          </a:xfrm>
          <a:prstGeom prst="rect">
            <a:avLst/>
          </a:prstGeom>
          <a:solidFill>
            <a:srgbClr val="8FBF6B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82B2B6B8-9D28-A645-742D-0620F89CD325}"/>
              </a:ext>
            </a:extLst>
          </p:cNvPr>
          <p:cNvSpPr txBox="1"/>
          <p:nvPr/>
        </p:nvSpPr>
        <p:spPr>
          <a:xfrm>
            <a:off x="5837872" y="5433885"/>
            <a:ext cx="382905" cy="3129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7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v2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50BCCC16-30CA-34DB-DE52-C03DB13358EE}"/>
              </a:ext>
            </a:extLst>
          </p:cNvPr>
          <p:cNvSpPr/>
          <p:nvPr/>
        </p:nvSpPr>
        <p:spPr>
          <a:xfrm>
            <a:off x="4762500" y="6438900"/>
            <a:ext cx="152400" cy="152400"/>
          </a:xfrm>
          <a:prstGeom prst="rect">
            <a:avLst/>
          </a:prstGeom>
          <a:solidFill>
            <a:srgbClr val="D9F0C3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3F4CFC9E-EFDF-21A7-B4E8-4DDCAEDFCD67}"/>
              </a:ext>
            </a:extLst>
          </p:cNvPr>
          <p:cNvSpPr/>
          <p:nvPr/>
        </p:nvSpPr>
        <p:spPr>
          <a:xfrm>
            <a:off x="4914900" y="6438900"/>
            <a:ext cx="152400" cy="152400"/>
          </a:xfrm>
          <a:prstGeom prst="rect">
            <a:avLst/>
          </a:prstGeom>
          <a:solidFill>
            <a:srgbClr val="95C56F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63D7E234-B56B-3742-24FE-768CC12CD420}"/>
              </a:ext>
            </a:extLst>
          </p:cNvPr>
          <p:cNvSpPr/>
          <p:nvPr/>
        </p:nvSpPr>
        <p:spPr>
          <a:xfrm>
            <a:off x="5067300" y="6438900"/>
            <a:ext cx="152400" cy="152400"/>
          </a:xfrm>
          <a:prstGeom prst="rect">
            <a:avLst/>
          </a:prstGeom>
          <a:solidFill>
            <a:srgbClr val="F6F6F6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328E73B2-4063-DC65-042A-36DCB8AF13D7}"/>
              </a:ext>
            </a:extLst>
          </p:cNvPr>
          <p:cNvSpPr/>
          <p:nvPr/>
        </p:nvSpPr>
        <p:spPr>
          <a:xfrm>
            <a:off x="5219700" y="6438900"/>
            <a:ext cx="152400" cy="152400"/>
          </a:xfrm>
          <a:prstGeom prst="rect">
            <a:avLst/>
          </a:prstGeom>
          <a:solidFill>
            <a:srgbClr val="C8E6B9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C58B2FE3-ADA7-A566-CA1C-E9BA925536D6}"/>
              </a:ext>
            </a:extLst>
          </p:cNvPr>
          <p:cNvSpPr/>
          <p:nvPr/>
        </p:nvSpPr>
        <p:spPr>
          <a:xfrm>
            <a:off x="5372100" y="6438900"/>
            <a:ext cx="152400" cy="152400"/>
          </a:xfrm>
          <a:prstGeom prst="rect">
            <a:avLst/>
          </a:prstGeom>
          <a:solidFill>
            <a:srgbClr val="8FBF6B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BFC92634-2542-395E-6B88-CF757B88C18D}"/>
              </a:ext>
            </a:extLst>
          </p:cNvPr>
          <p:cNvSpPr txBox="1"/>
          <p:nvPr/>
        </p:nvSpPr>
        <p:spPr>
          <a:xfrm>
            <a:off x="5837872" y="6281610"/>
            <a:ext cx="382905" cy="3129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7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v3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B226F6E9-3DD8-1C70-239A-2042EA29EE3D}"/>
              </a:ext>
            </a:extLst>
          </p:cNvPr>
          <p:cNvSpPr/>
          <p:nvPr/>
        </p:nvSpPr>
        <p:spPr>
          <a:xfrm>
            <a:off x="5762625" y="4019550"/>
            <a:ext cx="2124075" cy="1238250"/>
          </a:xfrm>
          <a:prstGeom prst="rect">
            <a:avLst/>
          </a:prstGeom>
          <a:solidFill>
            <a:srgbClr val="FFF8E6"/>
          </a:solidFill>
          <a:ln w="9525" cap="flat">
            <a:solidFill>
              <a:srgbClr val="111111"/>
            </a:solidFill>
            <a:prstDash val="solid"/>
            <a:miter/>
          </a:ln>
        </p:spPr>
      </p:sp>
      <p:sp>
        <p:nvSpPr>
          <p:cNvPr id="170" name="任意多边形: 形状 169">
            <a:extLst>
              <a:ext uri="{FF2B5EF4-FFF2-40B4-BE49-F238E27FC236}">
                <a16:creationId xmlns:a16="http://schemas.microsoft.com/office/drawing/2014/main" id="{5FE34648-3054-A584-F6A7-A701B808EA67}"/>
              </a:ext>
            </a:extLst>
          </p:cNvPr>
          <p:cNvSpPr/>
          <p:nvPr/>
        </p:nvSpPr>
        <p:spPr>
          <a:xfrm>
            <a:off x="5762625" y="4324350"/>
            <a:ext cx="2124075" cy="9525"/>
          </a:xfrm>
          <a:custGeom>
            <a:avLst/>
            <a:gdLst>
              <a:gd name="csX0" fmla="*/ 0 w 2124075"/>
              <a:gd name="csY0" fmla="*/ 0 h 9525"/>
              <a:gd name="csX1" fmla="*/ 2124075 w 212407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24075" h="9525">
                <a:moveTo>
                  <a:pt x="0" y="0"/>
                </a:moveTo>
                <a:lnTo>
                  <a:pt x="2124075" y="0"/>
                </a:lnTo>
              </a:path>
            </a:pathLst>
          </a:custGeom>
          <a:ln w="9525" cap="rnd">
            <a:solidFill>
              <a:srgbClr val="111111"/>
            </a:solidFill>
            <a:prstDash val="solid"/>
            <a:miter/>
          </a:ln>
        </p:spPr>
      </p:sp>
      <p:sp>
        <p:nvSpPr>
          <p:cNvPr id="171" name="任意多边形: 形状 170">
            <a:extLst>
              <a:ext uri="{FF2B5EF4-FFF2-40B4-BE49-F238E27FC236}">
                <a16:creationId xmlns:a16="http://schemas.microsoft.com/office/drawing/2014/main" id="{7B4E9236-BF67-02DC-5F4A-AEC3645F492D}"/>
              </a:ext>
            </a:extLst>
          </p:cNvPr>
          <p:cNvSpPr/>
          <p:nvPr/>
        </p:nvSpPr>
        <p:spPr>
          <a:xfrm>
            <a:off x="7200900" y="4019550"/>
            <a:ext cx="9525" cy="1238250"/>
          </a:xfrm>
          <a:custGeom>
            <a:avLst/>
            <a:gdLst>
              <a:gd name="csX0" fmla="*/ 0 w 9525"/>
              <a:gd name="csY0" fmla="*/ 0 h 1238250"/>
              <a:gd name="csX1" fmla="*/ 0 w 9525"/>
              <a:gd name="csY1" fmla="*/ 1238250 h 1238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38250">
                <a:moveTo>
                  <a:pt x="0" y="0"/>
                </a:moveTo>
                <a:lnTo>
                  <a:pt x="0" y="1238250"/>
                </a:lnTo>
              </a:path>
            </a:pathLst>
          </a:custGeom>
          <a:ln w="9525" cap="rnd">
            <a:solidFill>
              <a:srgbClr val="111111"/>
            </a:solidFill>
            <a:prstDash val="solid"/>
            <a:miter/>
          </a:ln>
        </p:spPr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EF30569A-C142-3656-C5DC-DFAD0C04E719}"/>
              </a:ext>
            </a:extLst>
          </p:cNvPr>
          <p:cNvSpPr txBox="1"/>
          <p:nvPr/>
        </p:nvSpPr>
        <p:spPr>
          <a:xfrm>
            <a:off x="6104114" y="4009283"/>
            <a:ext cx="764821" cy="3551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7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Edges</a:t>
            </a: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5EC007B1-1EE8-F19D-DB53-48D3FC47AD1F}"/>
              </a:ext>
            </a:extLst>
          </p:cNvPr>
          <p:cNvSpPr txBox="1"/>
          <p:nvPr/>
        </p:nvSpPr>
        <p:spPr>
          <a:xfrm>
            <a:off x="7243700" y="4009283"/>
            <a:ext cx="619248" cy="3551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7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Rate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A00D1750-DC66-D0C0-20E1-E140C04A0BB6}"/>
              </a:ext>
            </a:extLst>
          </p:cNvPr>
          <p:cNvSpPr txBox="1"/>
          <p:nvPr/>
        </p:nvSpPr>
        <p:spPr>
          <a:xfrm>
            <a:off x="5862052" y="4350109"/>
            <a:ext cx="1248945" cy="334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7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P((vu, v1)|t)</a:t>
            </a: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E5C12CB9-228D-AE51-971D-EFBC6F063340}"/>
              </a:ext>
            </a:extLst>
          </p:cNvPr>
          <p:cNvSpPr txBox="1"/>
          <p:nvPr/>
        </p:nvSpPr>
        <p:spPr>
          <a:xfrm>
            <a:off x="5862052" y="4645384"/>
            <a:ext cx="1248945" cy="334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7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P((vu, v2)|t)</a:t>
            </a: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FB78C041-7067-DD42-9B0B-072B52082ED6}"/>
              </a:ext>
            </a:extLst>
          </p:cNvPr>
          <p:cNvSpPr txBox="1"/>
          <p:nvPr/>
        </p:nvSpPr>
        <p:spPr>
          <a:xfrm>
            <a:off x="5862052" y="4940659"/>
            <a:ext cx="1248945" cy="334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7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P((vu, v3)|t)</a:t>
            </a: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27DDE12B-CBB9-4DC5-9032-147816687E3F}"/>
              </a:ext>
            </a:extLst>
          </p:cNvPr>
          <p:cNvSpPr txBox="1"/>
          <p:nvPr/>
        </p:nvSpPr>
        <p:spPr>
          <a:xfrm>
            <a:off x="7315438" y="4350109"/>
            <a:ext cx="456723" cy="334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7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0.1</a:t>
            </a: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10B688FF-1FC8-6EAB-2D7B-669F18898C88}"/>
              </a:ext>
            </a:extLst>
          </p:cNvPr>
          <p:cNvSpPr txBox="1"/>
          <p:nvPr/>
        </p:nvSpPr>
        <p:spPr>
          <a:xfrm>
            <a:off x="7315438" y="4645384"/>
            <a:ext cx="456723" cy="334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7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0.8</a:t>
            </a: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C7F008-0CFE-6840-A122-06A0F4E53712}"/>
              </a:ext>
            </a:extLst>
          </p:cNvPr>
          <p:cNvSpPr txBox="1"/>
          <p:nvPr/>
        </p:nvSpPr>
        <p:spPr>
          <a:xfrm>
            <a:off x="7315438" y="4940659"/>
            <a:ext cx="456723" cy="334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7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0.6</a:t>
            </a:r>
          </a:p>
        </p:txBody>
      </p:sp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171AD3DF-E6C3-74B3-B0CA-21DF4ACF68C8}"/>
              </a:ext>
            </a:extLst>
          </p:cNvPr>
          <p:cNvSpPr/>
          <p:nvPr/>
        </p:nvSpPr>
        <p:spPr>
          <a:xfrm>
            <a:off x="6896100" y="5257800"/>
            <a:ext cx="9525" cy="352425"/>
          </a:xfrm>
          <a:custGeom>
            <a:avLst/>
            <a:gdLst>
              <a:gd name="csX0" fmla="*/ 0 w 9525"/>
              <a:gd name="csY0" fmla="*/ 0 h 352425"/>
              <a:gd name="csX1" fmla="*/ 0 w 9525"/>
              <a:gd name="csY1" fmla="*/ 352425 h 352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ln w="28575" cap="rnd">
            <a:solidFill>
              <a:srgbClr val="E9C421"/>
            </a:solidFill>
            <a:prstDash val="solid"/>
            <a:miter/>
          </a:ln>
        </p:spPr>
      </p:sp>
      <p:sp>
        <p:nvSpPr>
          <p:cNvPr id="181" name="任意多边形: 形状 180">
            <a:extLst>
              <a:ext uri="{FF2B5EF4-FFF2-40B4-BE49-F238E27FC236}">
                <a16:creationId xmlns:a16="http://schemas.microsoft.com/office/drawing/2014/main" id="{FE5822AC-25BF-B7CA-38D8-003AB2A30837}"/>
              </a:ext>
            </a:extLst>
          </p:cNvPr>
          <p:cNvSpPr/>
          <p:nvPr/>
        </p:nvSpPr>
        <p:spPr>
          <a:xfrm>
            <a:off x="6826189" y="5453675"/>
            <a:ext cx="139820" cy="156549"/>
          </a:xfrm>
          <a:custGeom>
            <a:avLst/>
            <a:gdLst>
              <a:gd name="csX0" fmla="*/ 69910 w 139820"/>
              <a:gd name="csY0" fmla="*/ 156549 h 156549"/>
              <a:gd name="csX1" fmla="*/ 0 w 139820"/>
              <a:gd name="csY1" fmla="*/ 0 h 156549"/>
              <a:gd name="csX2" fmla="*/ 139821 w 139820"/>
              <a:gd name="csY2" fmla="*/ 0 h 1565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9820" h="156549">
                <a:moveTo>
                  <a:pt x="69910" y="156549"/>
                </a:moveTo>
                <a:lnTo>
                  <a:pt x="0" y="0"/>
                </a:lnTo>
                <a:lnTo>
                  <a:pt x="139821" y="0"/>
                </a:lnTo>
                <a:close/>
              </a:path>
            </a:pathLst>
          </a:custGeom>
          <a:solidFill>
            <a:srgbClr val="E9C421"/>
          </a:solidFill>
          <a:ln w="9525" cap="flat">
            <a:noFill/>
            <a:prstDash val="solid"/>
            <a:miter/>
          </a:ln>
        </p:spPr>
      </p:sp>
      <p:sp>
        <p:nvSpPr>
          <p:cNvPr id="182" name="椭圆 181">
            <a:extLst>
              <a:ext uri="{FF2B5EF4-FFF2-40B4-BE49-F238E27FC236}">
                <a16:creationId xmlns:a16="http://schemas.microsoft.com/office/drawing/2014/main" id="{25439562-069C-A7AB-6438-D175991F4A38}"/>
              </a:ext>
            </a:extLst>
          </p:cNvPr>
          <p:cNvSpPr/>
          <p:nvPr/>
        </p:nvSpPr>
        <p:spPr>
          <a:xfrm>
            <a:off x="5667375" y="5734050"/>
            <a:ext cx="361950" cy="361950"/>
          </a:xfrm>
          <a:prstGeom prst="ellipse">
            <a:avLst/>
          </a:prstGeom>
          <a:solidFill>
            <a:srgbClr val="FFF1DF"/>
          </a:solidFill>
          <a:ln w="19050" cap="flat">
            <a:solidFill>
              <a:srgbClr val="111111"/>
            </a:solidFill>
            <a:prstDash val="solid"/>
            <a:miter/>
          </a:ln>
        </p:spPr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C94DF28A-96F9-550B-2164-09CE7C379E12}"/>
              </a:ext>
            </a:extLst>
          </p:cNvPr>
          <p:cNvSpPr txBox="1"/>
          <p:nvPr/>
        </p:nvSpPr>
        <p:spPr>
          <a:xfrm>
            <a:off x="6344278" y="5703696"/>
            <a:ext cx="703592" cy="344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buy, t</a:t>
            </a:r>
          </a:p>
        </p:txBody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D2A6175D-E8EB-EE9A-910A-9F2FE70CB12F}"/>
              </a:ext>
            </a:extLst>
          </p:cNvPr>
          <p:cNvSpPr/>
          <p:nvPr/>
        </p:nvSpPr>
        <p:spPr>
          <a:xfrm>
            <a:off x="6362700" y="6019800"/>
            <a:ext cx="828675" cy="9525"/>
          </a:xfrm>
          <a:custGeom>
            <a:avLst/>
            <a:gdLst>
              <a:gd name="csX0" fmla="*/ 0 w 828675"/>
              <a:gd name="csY0" fmla="*/ 0 h 9525"/>
              <a:gd name="csX1" fmla="*/ 828675 w 82867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8675" h="9525">
                <a:moveTo>
                  <a:pt x="0" y="0"/>
                </a:moveTo>
                <a:lnTo>
                  <a:pt x="828675" y="0"/>
                </a:lnTo>
              </a:path>
            </a:pathLst>
          </a:custGeom>
          <a:ln w="28575" cap="rnd">
            <a:solidFill>
              <a:srgbClr val="8B50B9"/>
            </a:solidFill>
            <a:prstDash val="solid"/>
            <a:miter/>
          </a:ln>
        </p:spPr>
      </p: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B017A033-DB25-D1B3-9D62-6A02F3A59528}"/>
              </a:ext>
            </a:extLst>
          </p:cNvPr>
          <p:cNvSpPr/>
          <p:nvPr/>
        </p:nvSpPr>
        <p:spPr>
          <a:xfrm>
            <a:off x="7069614" y="5965425"/>
            <a:ext cx="121760" cy="108749"/>
          </a:xfrm>
          <a:custGeom>
            <a:avLst/>
            <a:gdLst>
              <a:gd name="csX0" fmla="*/ 121761 w 121760"/>
              <a:gd name="csY0" fmla="*/ 54375 h 108749"/>
              <a:gd name="csX1" fmla="*/ 0 w 121760"/>
              <a:gd name="csY1" fmla="*/ 108749 h 108749"/>
              <a:gd name="csX2" fmla="*/ 0 w 121760"/>
              <a:gd name="csY2" fmla="*/ 0 h 108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760" h="108749">
                <a:moveTo>
                  <a:pt x="121761" y="54375"/>
                </a:moveTo>
                <a:lnTo>
                  <a:pt x="0" y="108749"/>
                </a:lnTo>
                <a:lnTo>
                  <a:pt x="0" y="0"/>
                </a:lnTo>
                <a:close/>
              </a:path>
            </a:pathLst>
          </a:custGeom>
          <a:solidFill>
            <a:srgbClr val="8B50B9"/>
          </a:solidFill>
          <a:ln w="9525" cap="flat">
            <a:noFill/>
            <a:prstDash val="solid"/>
            <a:miter/>
          </a:ln>
        </p:spPr>
      </p:sp>
      <p:sp>
        <p:nvSpPr>
          <p:cNvPr id="187" name="任意多边形: 形状 186">
            <a:extLst>
              <a:ext uri="{FF2B5EF4-FFF2-40B4-BE49-F238E27FC236}">
                <a16:creationId xmlns:a16="http://schemas.microsoft.com/office/drawing/2014/main" id="{64501B44-54E4-F2AC-179A-09A23ADFA222}"/>
              </a:ext>
            </a:extLst>
          </p:cNvPr>
          <p:cNvSpPr/>
          <p:nvPr/>
        </p:nvSpPr>
        <p:spPr>
          <a:xfrm>
            <a:off x="9096375" y="4010025"/>
            <a:ext cx="9525" cy="2562225"/>
          </a:xfrm>
          <a:custGeom>
            <a:avLst/>
            <a:gdLst>
              <a:gd name="csX0" fmla="*/ 0 w 9525"/>
              <a:gd name="csY0" fmla="*/ 0 h 2562225"/>
              <a:gd name="csX1" fmla="*/ 0 w 9525"/>
              <a:gd name="csY1" fmla="*/ 2562225 h 2562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2562225">
                <a:moveTo>
                  <a:pt x="0" y="0"/>
                </a:moveTo>
                <a:lnTo>
                  <a:pt x="0" y="2562225"/>
                </a:lnTo>
              </a:path>
            </a:pathLst>
          </a:custGeom>
          <a:ln w="28575" cap="rnd">
            <a:solidFill>
              <a:srgbClr val="111111"/>
            </a:solidFill>
            <a:prstDash val="solid"/>
            <a:miter/>
          </a:ln>
        </p:spPr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D83EEBE6-3EB4-A9F3-7DEF-80BBEB307AA2}"/>
              </a:ext>
            </a:extLst>
          </p:cNvPr>
          <p:cNvSpPr/>
          <p:nvPr/>
        </p:nvSpPr>
        <p:spPr>
          <a:xfrm>
            <a:off x="9042000" y="6450489"/>
            <a:ext cx="108749" cy="121760"/>
          </a:xfrm>
          <a:custGeom>
            <a:avLst/>
            <a:gdLst>
              <a:gd name="csX0" fmla="*/ 54375 w 108749"/>
              <a:gd name="csY0" fmla="*/ 121761 h 121760"/>
              <a:gd name="csX1" fmla="*/ 0 w 108749"/>
              <a:gd name="csY1" fmla="*/ 0 h 121760"/>
              <a:gd name="csX2" fmla="*/ 108749 w 108749"/>
              <a:gd name="csY2" fmla="*/ 0 h 121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8749" h="121760">
                <a:moveTo>
                  <a:pt x="54375" y="121761"/>
                </a:moveTo>
                <a:lnTo>
                  <a:pt x="0" y="0"/>
                </a:lnTo>
                <a:lnTo>
                  <a:pt x="108749" y="0"/>
                </a:lnTo>
                <a:close/>
              </a:path>
            </a:pathLst>
          </a:custGeom>
          <a:solidFill>
            <a:srgbClr val="111111"/>
          </a:solidFill>
          <a:ln w="9525" cap="flat">
            <a:noFill/>
            <a:prstDash val="solid"/>
            <a:miter/>
          </a:ln>
        </p:spPr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E54FF6D2-B05A-C58E-E41A-6E3222D9BBE6}"/>
              </a:ext>
            </a:extLst>
          </p:cNvPr>
          <p:cNvSpPr/>
          <p:nvPr/>
        </p:nvSpPr>
        <p:spPr>
          <a:xfrm>
            <a:off x="9096375" y="4010025"/>
            <a:ext cx="3571875" cy="9525"/>
          </a:xfrm>
          <a:custGeom>
            <a:avLst/>
            <a:gdLst>
              <a:gd name="csX0" fmla="*/ 0 w 3571875"/>
              <a:gd name="csY0" fmla="*/ 0 h 9525"/>
              <a:gd name="csX1" fmla="*/ 3571875 w 357187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571875" h="9525">
                <a:moveTo>
                  <a:pt x="0" y="0"/>
                </a:moveTo>
                <a:lnTo>
                  <a:pt x="3571875" y="0"/>
                </a:lnTo>
              </a:path>
            </a:pathLst>
          </a:custGeom>
          <a:ln w="28575" cap="rnd">
            <a:solidFill>
              <a:srgbClr val="111111"/>
            </a:solidFill>
            <a:prstDash val="solid"/>
            <a:miter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A682877A-68E3-99C2-F16C-83943F0CFC03}"/>
              </a:ext>
            </a:extLst>
          </p:cNvPr>
          <p:cNvSpPr/>
          <p:nvPr/>
        </p:nvSpPr>
        <p:spPr>
          <a:xfrm>
            <a:off x="12546489" y="3955650"/>
            <a:ext cx="121760" cy="108749"/>
          </a:xfrm>
          <a:custGeom>
            <a:avLst/>
            <a:gdLst>
              <a:gd name="csX0" fmla="*/ 121760 w 121760"/>
              <a:gd name="csY0" fmla="*/ 54375 h 108749"/>
              <a:gd name="csX1" fmla="*/ 0 w 121760"/>
              <a:gd name="csY1" fmla="*/ 108750 h 108749"/>
              <a:gd name="csX2" fmla="*/ 0 w 121760"/>
              <a:gd name="csY2" fmla="*/ 0 h 108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760" h="108749">
                <a:moveTo>
                  <a:pt x="121760" y="54375"/>
                </a:moveTo>
                <a:lnTo>
                  <a:pt x="0" y="10875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9525" cap="flat">
            <a:noFill/>
            <a:prstDash val="solid"/>
            <a:miter/>
          </a:ln>
        </p:spPr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A27CDDA8-37F3-B5F1-7700-82F7150BD756}"/>
              </a:ext>
            </a:extLst>
          </p:cNvPr>
          <p:cNvSpPr txBox="1"/>
          <p:nvPr/>
        </p:nvSpPr>
        <p:spPr>
          <a:xfrm>
            <a:off x="9302667" y="3668457"/>
            <a:ext cx="425614" cy="37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de</a:t>
            </a: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B463805A-0DCC-30AB-CF03-2DBF163DC60E}"/>
              </a:ext>
            </a:extLst>
          </p:cNvPr>
          <p:cNvSpPr txBox="1"/>
          <p:nvPr/>
        </p:nvSpPr>
        <p:spPr>
          <a:xfrm>
            <a:off x="10571790" y="3668457"/>
            <a:ext cx="382918" cy="37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dt</a:t>
            </a: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BBF961B4-EC65-6B95-A6C6-CEF11F901BB4}"/>
              </a:ext>
            </a:extLst>
          </p:cNvPr>
          <p:cNvSpPr txBox="1"/>
          <p:nvPr/>
        </p:nvSpPr>
        <p:spPr>
          <a:xfrm rot="16200000">
            <a:off x="8563313" y="4643100"/>
            <a:ext cx="499190" cy="334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7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deo</a:t>
            </a: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C8D4F4B6-DA63-F415-C516-B1B2EFEBFC3B}"/>
              </a:ext>
            </a:extLst>
          </p:cNvPr>
          <p:cNvSpPr txBox="1"/>
          <p:nvPr/>
        </p:nvSpPr>
        <p:spPr>
          <a:xfrm rot="16200000">
            <a:off x="8591023" y="5719425"/>
            <a:ext cx="462821" cy="334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72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dto</a:t>
            </a: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7DEB4946-E55D-E9A4-CA8F-20F7F814585D}"/>
              </a:ext>
            </a:extLst>
          </p:cNvPr>
          <p:cNvSpPr/>
          <p:nvPr/>
        </p:nvSpPr>
        <p:spPr>
          <a:xfrm>
            <a:off x="9220200" y="4305300"/>
            <a:ext cx="2705100" cy="2019300"/>
          </a:xfrm>
          <a:prstGeom prst="rect">
            <a:avLst/>
          </a:prstGeom>
          <a:noFill/>
          <a:ln w="38100" cap="flat">
            <a:solidFill>
              <a:srgbClr val="D30000"/>
            </a:solidFill>
            <a:prstDash val="solid"/>
            <a:miter/>
          </a:ln>
        </p:spPr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D3087B6A-C9CE-A07F-A126-EF9EE31EACBD}"/>
              </a:ext>
            </a:extLst>
          </p:cNvPr>
          <p:cNvSpPr/>
          <p:nvPr/>
        </p:nvSpPr>
        <p:spPr>
          <a:xfrm>
            <a:off x="9315450" y="4400550"/>
            <a:ext cx="323850" cy="323850"/>
          </a:xfrm>
          <a:prstGeom prst="rect">
            <a:avLst/>
          </a:prstGeom>
          <a:solidFill>
            <a:srgbClr val="FFF9E4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B1224865-8E33-CE64-81E6-313D6ADF76AE}"/>
              </a:ext>
            </a:extLst>
          </p:cNvPr>
          <p:cNvSpPr/>
          <p:nvPr/>
        </p:nvSpPr>
        <p:spPr>
          <a:xfrm>
            <a:off x="9639300" y="4400550"/>
            <a:ext cx="323850" cy="323850"/>
          </a:xfrm>
          <a:prstGeom prst="rect">
            <a:avLst/>
          </a:prstGeom>
          <a:solidFill>
            <a:srgbClr val="BFA4C7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FB66DF58-4533-0FFF-7429-E6729D7DA322}"/>
              </a:ext>
            </a:extLst>
          </p:cNvPr>
          <p:cNvSpPr/>
          <p:nvPr/>
        </p:nvSpPr>
        <p:spPr>
          <a:xfrm>
            <a:off x="9963150" y="4400550"/>
            <a:ext cx="323850" cy="323850"/>
          </a:xfrm>
          <a:prstGeom prst="rect">
            <a:avLst/>
          </a:prstGeom>
          <a:solidFill>
            <a:srgbClr val="FFF5D5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7A5D1155-B24D-1DE5-F339-C74362922ABE}"/>
              </a:ext>
            </a:extLst>
          </p:cNvPr>
          <p:cNvSpPr/>
          <p:nvPr/>
        </p:nvSpPr>
        <p:spPr>
          <a:xfrm>
            <a:off x="10287000" y="4400550"/>
            <a:ext cx="323850" cy="323850"/>
          </a:xfrm>
          <a:prstGeom prst="rect">
            <a:avLst/>
          </a:prstGeom>
          <a:solidFill>
            <a:srgbClr val="FFD98A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BFA7D043-2D75-3C7A-F28A-66B58BF35D00}"/>
              </a:ext>
            </a:extLst>
          </p:cNvPr>
          <p:cNvSpPr/>
          <p:nvPr/>
        </p:nvSpPr>
        <p:spPr>
          <a:xfrm>
            <a:off x="9315450" y="4724400"/>
            <a:ext cx="323850" cy="323850"/>
          </a:xfrm>
          <a:prstGeom prst="rect">
            <a:avLst/>
          </a:prstGeom>
          <a:solidFill>
            <a:srgbClr val="F8F4BD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06C40902-B613-92C8-E29C-923AD0E374FC}"/>
              </a:ext>
            </a:extLst>
          </p:cNvPr>
          <p:cNvSpPr/>
          <p:nvPr/>
        </p:nvSpPr>
        <p:spPr>
          <a:xfrm>
            <a:off x="9639300" y="4724400"/>
            <a:ext cx="323850" cy="323850"/>
          </a:xfrm>
          <a:prstGeom prst="rect">
            <a:avLst/>
          </a:prstGeom>
          <a:solidFill>
            <a:srgbClr val="D98783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4E371E8D-A2DF-6B66-406F-0985155B4E32}"/>
              </a:ext>
            </a:extLst>
          </p:cNvPr>
          <p:cNvSpPr/>
          <p:nvPr/>
        </p:nvSpPr>
        <p:spPr>
          <a:xfrm>
            <a:off x="9963150" y="4724400"/>
            <a:ext cx="323850" cy="323850"/>
          </a:xfrm>
          <a:prstGeom prst="rect">
            <a:avLst/>
          </a:prstGeom>
          <a:solidFill>
            <a:srgbClr val="CF9FBC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583CB259-1DEC-396F-1EE6-1C3758708715}"/>
              </a:ext>
            </a:extLst>
          </p:cNvPr>
          <p:cNvSpPr/>
          <p:nvPr/>
        </p:nvSpPr>
        <p:spPr>
          <a:xfrm>
            <a:off x="10287000" y="4724400"/>
            <a:ext cx="323850" cy="323850"/>
          </a:xfrm>
          <a:prstGeom prst="rect">
            <a:avLst/>
          </a:prstGeom>
          <a:solidFill>
            <a:srgbClr val="B795C5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D80FFBB0-F5F0-AAB3-6DB1-8D9035C70086}"/>
              </a:ext>
            </a:extLst>
          </p:cNvPr>
          <p:cNvSpPr/>
          <p:nvPr/>
        </p:nvSpPr>
        <p:spPr>
          <a:xfrm>
            <a:off x="10610850" y="5095875"/>
            <a:ext cx="323850" cy="323850"/>
          </a:xfrm>
          <a:prstGeom prst="rect">
            <a:avLst/>
          </a:prstGeom>
          <a:solidFill>
            <a:srgbClr val="D7E7F5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B1F5D9B1-942E-C1F1-1618-1E0E071936E5}"/>
              </a:ext>
            </a:extLst>
          </p:cNvPr>
          <p:cNvSpPr/>
          <p:nvPr/>
        </p:nvSpPr>
        <p:spPr>
          <a:xfrm>
            <a:off x="10934700" y="5095875"/>
            <a:ext cx="323850" cy="323850"/>
          </a:xfrm>
          <a:prstGeom prst="rect">
            <a:avLst/>
          </a:prstGeom>
          <a:solidFill>
            <a:srgbClr val="C4DDB6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ED308663-0C0F-2FF8-273D-90F1E8793D28}"/>
              </a:ext>
            </a:extLst>
          </p:cNvPr>
          <p:cNvSpPr/>
          <p:nvPr/>
        </p:nvSpPr>
        <p:spPr>
          <a:xfrm>
            <a:off x="11258550" y="5095875"/>
            <a:ext cx="323850" cy="323850"/>
          </a:xfrm>
          <a:prstGeom prst="rect">
            <a:avLst/>
          </a:prstGeom>
          <a:solidFill>
            <a:srgbClr val="9BE0AA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18E3DCB2-9C44-DB24-CF7A-C64D34B60217}"/>
              </a:ext>
            </a:extLst>
          </p:cNvPr>
          <p:cNvSpPr/>
          <p:nvPr/>
        </p:nvSpPr>
        <p:spPr>
          <a:xfrm>
            <a:off x="11582400" y="5095875"/>
            <a:ext cx="323850" cy="323850"/>
          </a:xfrm>
          <a:prstGeom prst="rect">
            <a:avLst/>
          </a:prstGeom>
          <a:solidFill>
            <a:srgbClr val="B7DEDB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E12039F3-899E-5AFA-23AA-6CD2147CB0CD}"/>
              </a:ext>
            </a:extLst>
          </p:cNvPr>
          <p:cNvSpPr/>
          <p:nvPr/>
        </p:nvSpPr>
        <p:spPr>
          <a:xfrm>
            <a:off x="10610850" y="5419725"/>
            <a:ext cx="323850" cy="323850"/>
          </a:xfrm>
          <a:prstGeom prst="rect">
            <a:avLst/>
          </a:prstGeom>
          <a:solidFill>
            <a:srgbClr val="D8E8F7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50CE77E0-0858-C589-EE6F-A5608E85357C}"/>
              </a:ext>
            </a:extLst>
          </p:cNvPr>
          <p:cNvSpPr/>
          <p:nvPr/>
        </p:nvSpPr>
        <p:spPr>
          <a:xfrm>
            <a:off x="10934700" y="5419725"/>
            <a:ext cx="323850" cy="323850"/>
          </a:xfrm>
          <a:prstGeom prst="rect">
            <a:avLst/>
          </a:prstGeom>
          <a:solidFill>
            <a:srgbClr val="A6DFCA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FCBBFFC8-5481-7D46-8387-F109E6246742}"/>
              </a:ext>
            </a:extLst>
          </p:cNvPr>
          <p:cNvSpPr/>
          <p:nvPr/>
        </p:nvSpPr>
        <p:spPr>
          <a:xfrm>
            <a:off x="11258550" y="5419725"/>
            <a:ext cx="323850" cy="323850"/>
          </a:xfrm>
          <a:prstGeom prst="rect">
            <a:avLst/>
          </a:prstGeom>
          <a:solidFill>
            <a:srgbClr val="91DFA0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48736B11-C55D-87DB-5782-9321E4F5A3EF}"/>
              </a:ext>
            </a:extLst>
          </p:cNvPr>
          <p:cNvSpPr/>
          <p:nvPr/>
        </p:nvSpPr>
        <p:spPr>
          <a:xfrm>
            <a:off x="11582400" y="5419725"/>
            <a:ext cx="323850" cy="323850"/>
          </a:xfrm>
          <a:prstGeom prst="rect">
            <a:avLst/>
          </a:prstGeom>
          <a:solidFill>
            <a:srgbClr val="AEDBD7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B608311B-A9B5-17E5-2043-BAEABA19A4E0}"/>
              </a:ext>
            </a:extLst>
          </p:cNvPr>
          <p:cNvSpPr/>
          <p:nvPr/>
        </p:nvSpPr>
        <p:spPr>
          <a:xfrm>
            <a:off x="10610850" y="5743575"/>
            <a:ext cx="323850" cy="323850"/>
          </a:xfrm>
          <a:prstGeom prst="rect">
            <a:avLst/>
          </a:prstGeom>
          <a:solidFill>
            <a:srgbClr val="B8CAEA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22540C4A-D85D-2A73-4254-6C51E84A17CB}"/>
              </a:ext>
            </a:extLst>
          </p:cNvPr>
          <p:cNvSpPr/>
          <p:nvPr/>
        </p:nvSpPr>
        <p:spPr>
          <a:xfrm>
            <a:off x="10934700" y="5743575"/>
            <a:ext cx="323850" cy="323850"/>
          </a:xfrm>
          <a:prstGeom prst="rect">
            <a:avLst/>
          </a:prstGeom>
          <a:solidFill>
            <a:srgbClr val="ADE2D6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C0C070F4-E730-3799-1548-35133182A1B2}"/>
              </a:ext>
            </a:extLst>
          </p:cNvPr>
          <p:cNvSpPr/>
          <p:nvPr/>
        </p:nvSpPr>
        <p:spPr>
          <a:xfrm>
            <a:off x="11258550" y="5743575"/>
            <a:ext cx="323850" cy="323850"/>
          </a:xfrm>
          <a:prstGeom prst="rect">
            <a:avLst/>
          </a:prstGeom>
          <a:solidFill>
            <a:srgbClr val="65D98F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CBBBBF43-9C40-2294-7A86-93ACA0E06F0E}"/>
              </a:ext>
            </a:extLst>
          </p:cNvPr>
          <p:cNvSpPr/>
          <p:nvPr/>
        </p:nvSpPr>
        <p:spPr>
          <a:xfrm>
            <a:off x="11582400" y="5743575"/>
            <a:ext cx="323850" cy="323850"/>
          </a:xfrm>
          <a:prstGeom prst="rect">
            <a:avLst/>
          </a:prstGeom>
          <a:solidFill>
            <a:srgbClr val="8CCCE2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F2299AD6-C93E-E33A-AE7E-716E7B30CF6B}"/>
              </a:ext>
            </a:extLst>
          </p:cNvPr>
          <p:cNvSpPr/>
          <p:nvPr/>
        </p:nvSpPr>
        <p:spPr>
          <a:xfrm>
            <a:off x="10610850" y="6067425"/>
            <a:ext cx="323850" cy="323850"/>
          </a:xfrm>
          <a:prstGeom prst="rect">
            <a:avLst/>
          </a:prstGeom>
          <a:solidFill>
            <a:srgbClr val="FFFFFF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C97A7F5C-22C8-89EF-AE33-89F66E59232C}"/>
              </a:ext>
            </a:extLst>
          </p:cNvPr>
          <p:cNvSpPr/>
          <p:nvPr/>
        </p:nvSpPr>
        <p:spPr>
          <a:xfrm>
            <a:off x="10934700" y="6067425"/>
            <a:ext cx="323850" cy="323850"/>
          </a:xfrm>
          <a:prstGeom prst="rect">
            <a:avLst/>
          </a:prstGeom>
          <a:solidFill>
            <a:srgbClr val="FFFFFF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D2AEDEE8-1698-6556-BD0E-6668DB95B421}"/>
              </a:ext>
            </a:extLst>
          </p:cNvPr>
          <p:cNvSpPr/>
          <p:nvPr/>
        </p:nvSpPr>
        <p:spPr>
          <a:xfrm>
            <a:off x="11258550" y="6067425"/>
            <a:ext cx="323850" cy="323850"/>
          </a:xfrm>
          <a:prstGeom prst="rect">
            <a:avLst/>
          </a:prstGeom>
          <a:solidFill>
            <a:srgbClr val="FFFFFF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203AD9AC-6D75-A64E-2F68-55ECDA828678}"/>
              </a:ext>
            </a:extLst>
          </p:cNvPr>
          <p:cNvSpPr/>
          <p:nvPr/>
        </p:nvSpPr>
        <p:spPr>
          <a:xfrm>
            <a:off x="11582400" y="6067425"/>
            <a:ext cx="323850" cy="323850"/>
          </a:xfrm>
          <a:prstGeom prst="rect">
            <a:avLst/>
          </a:prstGeom>
          <a:solidFill>
            <a:srgbClr val="FFFFFF"/>
          </a:solidFill>
          <a:ln w="9525" cap="flat">
            <a:solidFill>
              <a:srgbClr val="1D2430"/>
            </a:solidFill>
            <a:prstDash val="solid"/>
            <a:miter/>
          </a:ln>
        </p:spPr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CC3931B1-B008-3259-D313-DDE85F2B28AC}"/>
              </a:ext>
            </a:extLst>
          </p:cNvPr>
          <p:cNvSpPr txBox="1"/>
          <p:nvPr/>
        </p:nvSpPr>
        <p:spPr>
          <a:xfrm>
            <a:off x="11929110" y="4199783"/>
            <a:ext cx="685523" cy="3551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7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Input</a:t>
            </a:r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03AE2502-C37E-E572-48E0-6E0DB65D0AD0}"/>
              </a:ext>
            </a:extLst>
          </p:cNvPr>
          <p:cNvSpPr txBox="1"/>
          <p:nvPr/>
        </p:nvSpPr>
        <p:spPr>
          <a:xfrm>
            <a:off x="9081135" y="6333383"/>
            <a:ext cx="844351" cy="3551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75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Output</a:t>
            </a: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CC42C7CD-7788-4061-7FFA-F752E4A1FEAE}"/>
              </a:ext>
            </a:extLst>
          </p:cNvPr>
          <p:cNvSpPr txBox="1"/>
          <p:nvPr/>
        </p:nvSpPr>
        <p:spPr>
          <a:xfrm>
            <a:off x="11929110" y="5090794"/>
            <a:ext cx="397192" cy="407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250" spc="0" baseline="0">
                <a:ln/>
                <a:solidFill>
                  <a:srgbClr val="111111"/>
                </a:solidFill>
                <a:latin typeface="Times New Roman"/>
                <a:cs typeface="Times New Roman"/>
                <a:sym typeface="Times New Roman"/>
                <a:rtl val="0"/>
              </a:rPr>
              <a:t>...</a:t>
            </a:r>
          </a:p>
        </p:txBody>
      </p:sp>
      <p:sp>
        <p:nvSpPr>
          <p:cNvPr id="223" name="任意多边形: 形状 222">
            <a:extLst>
              <a:ext uri="{FF2B5EF4-FFF2-40B4-BE49-F238E27FC236}">
                <a16:creationId xmlns:a16="http://schemas.microsoft.com/office/drawing/2014/main" id="{5D9A61C8-D4A9-1D8D-5888-18E09CE6772C}"/>
              </a:ext>
            </a:extLst>
          </p:cNvPr>
          <p:cNvSpPr/>
          <p:nvPr/>
        </p:nvSpPr>
        <p:spPr>
          <a:xfrm>
            <a:off x="4838700" y="1400175"/>
            <a:ext cx="723900" cy="895350"/>
          </a:xfrm>
          <a:custGeom>
            <a:avLst/>
            <a:gdLst>
              <a:gd name="csX0" fmla="*/ 0 w 723900"/>
              <a:gd name="csY0" fmla="*/ 161925 h 895350"/>
              <a:gd name="csX1" fmla="*/ 438150 w 723900"/>
              <a:gd name="csY1" fmla="*/ 161925 h 895350"/>
              <a:gd name="csX2" fmla="*/ 438150 w 723900"/>
              <a:gd name="csY2" fmla="*/ 0 h 895350"/>
              <a:gd name="csX3" fmla="*/ 723900 w 723900"/>
              <a:gd name="csY3" fmla="*/ 447675 h 895350"/>
              <a:gd name="csX4" fmla="*/ 438150 w 723900"/>
              <a:gd name="csY4" fmla="*/ 895350 h 895350"/>
              <a:gd name="csX5" fmla="*/ 438150 w 723900"/>
              <a:gd name="csY5" fmla="*/ 714375 h 895350"/>
              <a:gd name="csX6" fmla="*/ 0 w 723900"/>
              <a:gd name="csY6" fmla="*/ 714375 h 895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23900" h="895350">
                <a:moveTo>
                  <a:pt x="0" y="161925"/>
                </a:moveTo>
                <a:lnTo>
                  <a:pt x="438150" y="161925"/>
                </a:lnTo>
                <a:lnTo>
                  <a:pt x="438150" y="0"/>
                </a:lnTo>
                <a:lnTo>
                  <a:pt x="723900" y="447675"/>
                </a:lnTo>
                <a:lnTo>
                  <a:pt x="438150" y="895350"/>
                </a:lnTo>
                <a:lnTo>
                  <a:pt x="438150" y="714375"/>
                </a:lnTo>
                <a:lnTo>
                  <a:pt x="0" y="714375"/>
                </a:lnTo>
                <a:close/>
              </a:path>
            </a:pathLst>
          </a:custGeom>
          <a:solidFill>
            <a:srgbClr val="FFFFFF"/>
          </a:solidFill>
          <a:ln w="28575" cap="rnd">
            <a:solidFill>
              <a:srgbClr val="333333"/>
            </a:solidFill>
            <a:prstDash val="solid"/>
            <a:round/>
          </a:ln>
        </p:spPr>
      </p:sp>
      <p:sp>
        <p:nvSpPr>
          <p:cNvPr id="224" name="任意多边形: 形状 223">
            <a:extLst>
              <a:ext uri="{FF2B5EF4-FFF2-40B4-BE49-F238E27FC236}">
                <a16:creationId xmlns:a16="http://schemas.microsoft.com/office/drawing/2014/main" id="{00F617F2-BC7C-2EDE-7C91-2DCEDADA260B}"/>
              </a:ext>
            </a:extLst>
          </p:cNvPr>
          <p:cNvSpPr/>
          <p:nvPr/>
        </p:nvSpPr>
        <p:spPr>
          <a:xfrm>
            <a:off x="1743075" y="3200400"/>
            <a:ext cx="695325" cy="600075"/>
          </a:xfrm>
          <a:custGeom>
            <a:avLst/>
            <a:gdLst>
              <a:gd name="csX0" fmla="*/ 0 w 695325"/>
              <a:gd name="csY0" fmla="*/ 447675 h 600075"/>
              <a:gd name="csX1" fmla="*/ 447675 w 695325"/>
              <a:gd name="csY1" fmla="*/ 447675 h 600075"/>
              <a:gd name="csX2" fmla="*/ 447675 w 695325"/>
              <a:gd name="csY2" fmla="*/ 600075 h 600075"/>
              <a:gd name="csX3" fmla="*/ 695325 w 695325"/>
              <a:gd name="csY3" fmla="*/ 152400 h 600075"/>
              <a:gd name="csX4" fmla="*/ 447675 w 695325"/>
              <a:gd name="csY4" fmla="*/ 0 h 600075"/>
              <a:gd name="csX5" fmla="*/ 447675 w 695325"/>
              <a:gd name="csY5" fmla="*/ 219075 h 600075"/>
              <a:gd name="csX6" fmla="*/ 0 w 695325"/>
              <a:gd name="csY6" fmla="*/ 219075 h 6000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95325" h="600075">
                <a:moveTo>
                  <a:pt x="0" y="447675"/>
                </a:moveTo>
                <a:lnTo>
                  <a:pt x="447675" y="447675"/>
                </a:lnTo>
                <a:lnTo>
                  <a:pt x="447675" y="600075"/>
                </a:lnTo>
                <a:lnTo>
                  <a:pt x="695325" y="152400"/>
                </a:ln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close/>
              </a:path>
            </a:pathLst>
          </a:custGeom>
          <a:solidFill>
            <a:srgbClr val="FFFFFF"/>
          </a:solidFill>
          <a:ln w="28575" cap="rnd">
            <a:solidFill>
              <a:srgbClr val="555555"/>
            </a:solidFill>
            <a:prstDash val="solid"/>
            <a:round/>
          </a:ln>
        </p:spPr>
      </p:sp>
      <p:sp>
        <p:nvSpPr>
          <p:cNvPr id="225" name="任意多边形: 形状 224">
            <a:extLst>
              <a:ext uri="{FF2B5EF4-FFF2-40B4-BE49-F238E27FC236}">
                <a16:creationId xmlns:a16="http://schemas.microsoft.com/office/drawing/2014/main" id="{BADA3FBC-9564-AB3F-9B18-01652C0D0212}"/>
              </a:ext>
            </a:extLst>
          </p:cNvPr>
          <p:cNvSpPr/>
          <p:nvPr/>
        </p:nvSpPr>
        <p:spPr>
          <a:xfrm>
            <a:off x="5457825" y="3038475"/>
            <a:ext cx="695325" cy="628650"/>
          </a:xfrm>
          <a:custGeom>
            <a:avLst/>
            <a:gdLst>
              <a:gd name="csX0" fmla="*/ 0 w 695325"/>
              <a:gd name="csY0" fmla="*/ 371475 h 628650"/>
              <a:gd name="csX1" fmla="*/ 457200 w 695325"/>
              <a:gd name="csY1" fmla="*/ 371475 h 628650"/>
              <a:gd name="csX2" fmla="*/ 457200 w 695325"/>
              <a:gd name="csY2" fmla="*/ 628650 h 628650"/>
              <a:gd name="csX3" fmla="*/ 695325 w 695325"/>
              <a:gd name="csY3" fmla="*/ 238125 h 628650"/>
              <a:gd name="csX4" fmla="*/ 457200 w 695325"/>
              <a:gd name="csY4" fmla="*/ 0 h 628650"/>
              <a:gd name="csX5" fmla="*/ 457200 w 695325"/>
              <a:gd name="csY5" fmla="*/ 219075 h 628650"/>
              <a:gd name="csX6" fmla="*/ 0 w 695325"/>
              <a:gd name="csY6" fmla="*/ 219075 h 628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95325" h="628650">
                <a:moveTo>
                  <a:pt x="0" y="371475"/>
                </a:moveTo>
                <a:lnTo>
                  <a:pt x="457200" y="371475"/>
                </a:lnTo>
                <a:lnTo>
                  <a:pt x="457200" y="628650"/>
                </a:lnTo>
                <a:lnTo>
                  <a:pt x="695325" y="238125"/>
                </a:lnTo>
                <a:lnTo>
                  <a:pt x="457200" y="0"/>
                </a:lnTo>
                <a:lnTo>
                  <a:pt x="457200" y="219075"/>
                </a:lnTo>
                <a:lnTo>
                  <a:pt x="0" y="219075"/>
                </a:lnTo>
                <a:close/>
              </a:path>
            </a:pathLst>
          </a:custGeom>
          <a:solidFill>
            <a:srgbClr val="FFFFFF"/>
          </a:solidFill>
          <a:ln w="28575" cap="rnd">
            <a:solidFill>
              <a:srgbClr val="555555"/>
            </a:solidFill>
            <a:prstDash val="solid"/>
            <a:round/>
          </a:ln>
        </p:spPr>
      </p:sp>
      <p:sp>
        <p:nvSpPr>
          <p:cNvPr id="226" name="任意多边形: 形状 225">
            <a:extLst>
              <a:ext uri="{FF2B5EF4-FFF2-40B4-BE49-F238E27FC236}">
                <a16:creationId xmlns:a16="http://schemas.microsoft.com/office/drawing/2014/main" id="{7017B164-8D63-1011-75F0-D19DC467CBB0}"/>
              </a:ext>
            </a:extLst>
          </p:cNvPr>
          <p:cNvSpPr/>
          <p:nvPr/>
        </p:nvSpPr>
        <p:spPr>
          <a:xfrm>
            <a:off x="11830050" y="3038475"/>
            <a:ext cx="904875" cy="762000"/>
          </a:xfrm>
          <a:custGeom>
            <a:avLst/>
            <a:gdLst>
              <a:gd name="csX0" fmla="*/ 0 w 904875"/>
              <a:gd name="csY0" fmla="*/ 371475 h 762000"/>
              <a:gd name="csX1" fmla="*/ 447675 w 904875"/>
              <a:gd name="csY1" fmla="*/ 371475 h 762000"/>
              <a:gd name="csX2" fmla="*/ 447675 w 904875"/>
              <a:gd name="csY2" fmla="*/ 762000 h 762000"/>
              <a:gd name="csX3" fmla="*/ 904875 w 904875"/>
              <a:gd name="csY3" fmla="*/ 333375 h 762000"/>
              <a:gd name="csX4" fmla="*/ 447675 w 904875"/>
              <a:gd name="csY4" fmla="*/ 0 h 762000"/>
              <a:gd name="csX5" fmla="*/ 447675 w 904875"/>
              <a:gd name="csY5" fmla="*/ 219075 h 762000"/>
              <a:gd name="csX6" fmla="*/ 0 w 904875"/>
              <a:gd name="csY6" fmla="*/ 219075 h 76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04875" h="762000">
                <a:moveTo>
                  <a:pt x="0" y="371475"/>
                </a:moveTo>
                <a:lnTo>
                  <a:pt x="447675" y="371475"/>
                </a:lnTo>
                <a:lnTo>
                  <a:pt x="447675" y="762000"/>
                </a:lnTo>
                <a:lnTo>
                  <a:pt x="904875" y="333375"/>
                </a:ln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close/>
              </a:path>
            </a:pathLst>
          </a:custGeom>
          <a:solidFill>
            <a:srgbClr val="CFCFCF"/>
          </a:solidFill>
          <a:ln w="38100" cap="rnd">
            <a:solidFill>
              <a:srgbClr val="000000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2304622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自定义</PresentationFormat>
  <Paragraphs>68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colorado wang</dc:creator>
  <cp:lastModifiedBy>colorado wang</cp:lastModifiedBy>
  <cp:revision>1</cp:revision>
  <dcterms:created xsi:type="dcterms:W3CDTF">2026-05-27T14:31:00Z</dcterms:created>
  <dcterms:modified xsi:type="dcterms:W3CDTF">2026-05-27T14:31:00Z</dcterms:modified>
</cp:coreProperties>
</file>